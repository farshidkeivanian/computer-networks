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748" r:id="rId2"/>
    <p:sldMasterId id="2147483760" r:id="rId3"/>
  </p:sldMasterIdLst>
  <p:notesMasterIdLst>
    <p:notesMasterId r:id="rId67"/>
  </p:notesMasterIdLst>
  <p:sldIdLst>
    <p:sldId id="952" r:id="rId4"/>
    <p:sldId id="2648" r:id="rId5"/>
    <p:sldId id="1924" r:id="rId6"/>
    <p:sldId id="2906" r:id="rId7"/>
    <p:sldId id="2908" r:id="rId8"/>
    <p:sldId id="2909" r:id="rId9"/>
    <p:sldId id="2910" r:id="rId10"/>
    <p:sldId id="2911" r:id="rId11"/>
    <p:sldId id="2912" r:id="rId12"/>
    <p:sldId id="2913" r:id="rId13"/>
    <p:sldId id="2914" r:id="rId14"/>
    <p:sldId id="2915" r:id="rId15"/>
    <p:sldId id="2916" r:id="rId16"/>
    <p:sldId id="2917" r:id="rId17"/>
    <p:sldId id="2918" r:id="rId18"/>
    <p:sldId id="2919" r:id="rId19"/>
    <p:sldId id="2920" r:id="rId20"/>
    <p:sldId id="2921" r:id="rId21"/>
    <p:sldId id="2923" r:id="rId22"/>
    <p:sldId id="2922" r:id="rId23"/>
    <p:sldId id="2924" r:id="rId24"/>
    <p:sldId id="2925" r:id="rId25"/>
    <p:sldId id="2926" r:id="rId26"/>
    <p:sldId id="2927" r:id="rId27"/>
    <p:sldId id="2928" r:id="rId28"/>
    <p:sldId id="2929" r:id="rId29"/>
    <p:sldId id="2930" r:id="rId30"/>
    <p:sldId id="2931" r:id="rId31"/>
    <p:sldId id="2932" r:id="rId32"/>
    <p:sldId id="2933" r:id="rId33"/>
    <p:sldId id="2934" r:id="rId34"/>
    <p:sldId id="2935" r:id="rId35"/>
    <p:sldId id="2936" r:id="rId36"/>
    <p:sldId id="2937" r:id="rId37"/>
    <p:sldId id="2938" r:id="rId38"/>
    <p:sldId id="2939" r:id="rId39"/>
    <p:sldId id="2940" r:id="rId40"/>
    <p:sldId id="2941" r:id="rId41"/>
    <p:sldId id="2942" r:id="rId42"/>
    <p:sldId id="2943" r:id="rId43"/>
    <p:sldId id="2944" r:id="rId44"/>
    <p:sldId id="2958" r:id="rId45"/>
    <p:sldId id="2959" r:id="rId46"/>
    <p:sldId id="2945" r:id="rId47"/>
    <p:sldId id="2946" r:id="rId48"/>
    <p:sldId id="2947" r:id="rId49"/>
    <p:sldId id="2948" r:id="rId50"/>
    <p:sldId id="2949" r:id="rId51"/>
    <p:sldId id="2950" r:id="rId52"/>
    <p:sldId id="2951" r:id="rId53"/>
    <p:sldId id="2952" r:id="rId54"/>
    <p:sldId id="2953" r:id="rId55"/>
    <p:sldId id="2954" r:id="rId56"/>
    <p:sldId id="2955" r:id="rId57"/>
    <p:sldId id="2956" r:id="rId58"/>
    <p:sldId id="2957" r:id="rId59"/>
    <p:sldId id="2960" r:id="rId60"/>
    <p:sldId id="2718" r:id="rId61"/>
    <p:sldId id="1016" r:id="rId62"/>
    <p:sldId id="2646" r:id="rId63"/>
    <p:sldId id="2647" r:id="rId64"/>
    <p:sldId id="1883" r:id="rId65"/>
    <p:sldId id="1884" r:id="rId6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1" autoAdjust="0"/>
    <p:restoredTop sz="94660"/>
  </p:normalViewPr>
  <p:slideViewPr>
    <p:cSldViewPr>
      <p:cViewPr>
        <p:scale>
          <a:sx n="66" d="100"/>
          <a:sy n="66" d="100"/>
        </p:scale>
        <p:origin x="885" y="1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FB3DDB9-BA40-433D-85A8-619641AE8A6A}" type="datetimeFigureOut">
              <a:rPr lang="en-US" smtClean="0"/>
              <a:t>9/23/2026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32CC474-D8BD-403F-A0E9-3DC26AD34A19}" type="slidenum">
              <a:rPr lang="en-US" smtClean="0"/>
              <a:t>‹#›</a:t>
            </a:fld>
            <a:endParaRPr lang="en-US"/>
          </a:p>
        </p:txBody>
      </p:sp>
    </p:spTree>
    <p:extLst>
      <p:ext uri="{BB962C8B-B14F-4D97-AF65-F5344CB8AC3E}">
        <p14:creationId xmlns:p14="http://schemas.microsoft.com/office/powerpoint/2010/main" val="2861477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33D3319-5C95-AAFB-6ACC-852B265B455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B2FA66A-FBC4-EE6E-6C0C-09967630637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28710B5-107A-91D4-F380-3280FD5D5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77129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C19D850-9485-8CA9-176F-A074739A4F8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1DA55ED-E565-A35E-9F75-93BF97FC9E6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11781B5-6A73-3B52-BB4F-F10126A0B5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48108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48" name="Rectangle 47"/>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a:grpSpLocks noChangeAspect="1"/>
          </p:cNvGrpSpPr>
          <p:nvPr userDrawn="1"/>
        </p:nvGrpSpPr>
        <p:grpSpPr bwMode="auto">
          <a:xfrm>
            <a:off x="1" y="0"/>
            <a:ext cx="9144227" cy="6858000"/>
            <a:chOff x="5" y="0"/>
            <a:chExt cx="5750" cy="4320"/>
          </a:xfrm>
        </p:grpSpPr>
        <p:sp>
          <p:nvSpPr>
            <p:cNvPr id="6" name="AutoShape 3"/>
            <p:cNvSpPr>
              <a:spLocks noChangeAspect="1" noChangeArrowheads="1" noTextEdit="1"/>
            </p:cNvSpPr>
            <p:nvPr userDrawn="1"/>
          </p:nvSpPr>
          <p:spPr bwMode="auto">
            <a:xfrm>
              <a:off x="5" y="0"/>
              <a:ext cx="5750" cy="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 name="Freeform 5"/>
            <p:cNvSpPr>
              <a:spLocks/>
            </p:cNvSpPr>
            <p:nvPr userDrawn="1"/>
          </p:nvSpPr>
          <p:spPr bwMode="auto">
            <a:xfrm>
              <a:off x="5" y="288"/>
              <a:ext cx="2875" cy="1871"/>
            </a:xfrm>
            <a:custGeom>
              <a:avLst/>
              <a:gdLst>
                <a:gd name="T0" fmla="*/ 2875 w 2875"/>
                <a:gd name="T1" fmla="*/ 0 h 1871"/>
                <a:gd name="T2" fmla="*/ 2875 w 2875"/>
                <a:gd name="T3" fmla="*/ 1871 h 1871"/>
                <a:gd name="T4" fmla="*/ 0 w 2875"/>
                <a:gd name="T5" fmla="*/ 1871 h 1871"/>
                <a:gd name="T6" fmla="*/ 0 w 2875"/>
                <a:gd name="T7" fmla="*/ 0 h 1871"/>
                <a:gd name="T8" fmla="*/ 2875 w 2875"/>
                <a:gd name="T9" fmla="*/ 0 h 1871"/>
                <a:gd name="T10" fmla="*/ 2875 w 2875"/>
                <a:gd name="T11" fmla="*/ 0 h 1871"/>
              </a:gdLst>
              <a:ahLst/>
              <a:cxnLst>
                <a:cxn ang="0">
                  <a:pos x="T0" y="T1"/>
                </a:cxn>
                <a:cxn ang="0">
                  <a:pos x="T2" y="T3"/>
                </a:cxn>
                <a:cxn ang="0">
                  <a:pos x="T4" y="T5"/>
                </a:cxn>
                <a:cxn ang="0">
                  <a:pos x="T6" y="T7"/>
                </a:cxn>
                <a:cxn ang="0">
                  <a:pos x="T8" y="T9"/>
                </a:cxn>
                <a:cxn ang="0">
                  <a:pos x="T10" y="T11"/>
                </a:cxn>
              </a:cxnLst>
              <a:rect l="0" t="0" r="r" b="b"/>
              <a:pathLst>
                <a:path w="2875" h="1871">
                  <a:moveTo>
                    <a:pt x="2875" y="0"/>
                  </a:moveTo>
                  <a:lnTo>
                    <a:pt x="2875" y="1871"/>
                  </a:lnTo>
                  <a:lnTo>
                    <a:pt x="0" y="1871"/>
                  </a:lnTo>
                  <a:lnTo>
                    <a:pt x="0" y="0"/>
                  </a:lnTo>
                  <a:lnTo>
                    <a:pt x="2875" y="0"/>
                  </a:lnTo>
                  <a:lnTo>
                    <a:pt x="2875" y="0"/>
                  </a:lnTo>
                  <a:close/>
                </a:path>
              </a:pathLst>
            </a:custGeom>
            <a:solidFill>
              <a:srgbClr val="3D39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6"/>
            <p:cNvSpPr>
              <a:spLocks/>
            </p:cNvSpPr>
            <p:nvPr userDrawn="1"/>
          </p:nvSpPr>
          <p:spPr bwMode="auto">
            <a:xfrm>
              <a:off x="2880" y="2159"/>
              <a:ext cx="2875" cy="2159"/>
            </a:xfrm>
            <a:custGeom>
              <a:avLst/>
              <a:gdLst>
                <a:gd name="T0" fmla="*/ 2875 w 2875"/>
                <a:gd name="T1" fmla="*/ 0 h 2159"/>
                <a:gd name="T2" fmla="*/ 2875 w 2875"/>
                <a:gd name="T3" fmla="*/ 1869 h 2159"/>
                <a:gd name="T4" fmla="*/ 290 w 2875"/>
                <a:gd name="T5" fmla="*/ 1869 h 2159"/>
                <a:gd name="T6" fmla="*/ 0 w 2875"/>
                <a:gd name="T7" fmla="*/ 2159 h 2159"/>
                <a:gd name="T8" fmla="*/ 0 w 2875"/>
                <a:gd name="T9" fmla="*/ 0 h 2159"/>
                <a:gd name="T10" fmla="*/ 2875 w 2875"/>
                <a:gd name="T11" fmla="*/ 0 h 2159"/>
                <a:gd name="T12" fmla="*/ 2875 w 2875"/>
                <a:gd name="T13" fmla="*/ 0 h 2159"/>
              </a:gdLst>
              <a:ahLst/>
              <a:cxnLst>
                <a:cxn ang="0">
                  <a:pos x="T0" y="T1"/>
                </a:cxn>
                <a:cxn ang="0">
                  <a:pos x="T2" y="T3"/>
                </a:cxn>
                <a:cxn ang="0">
                  <a:pos x="T4" y="T5"/>
                </a:cxn>
                <a:cxn ang="0">
                  <a:pos x="T6" y="T7"/>
                </a:cxn>
                <a:cxn ang="0">
                  <a:pos x="T8" y="T9"/>
                </a:cxn>
                <a:cxn ang="0">
                  <a:pos x="T10" y="T11"/>
                </a:cxn>
                <a:cxn ang="0">
                  <a:pos x="T12" y="T13"/>
                </a:cxn>
              </a:cxnLst>
              <a:rect l="0" t="0" r="r" b="b"/>
              <a:pathLst>
                <a:path w="2875" h="2159">
                  <a:moveTo>
                    <a:pt x="2875" y="0"/>
                  </a:moveTo>
                  <a:lnTo>
                    <a:pt x="2875" y="1869"/>
                  </a:lnTo>
                  <a:lnTo>
                    <a:pt x="290" y="1869"/>
                  </a:lnTo>
                  <a:lnTo>
                    <a:pt x="0" y="2159"/>
                  </a:lnTo>
                  <a:lnTo>
                    <a:pt x="0" y="0"/>
                  </a:lnTo>
                  <a:lnTo>
                    <a:pt x="2875" y="0"/>
                  </a:lnTo>
                  <a:lnTo>
                    <a:pt x="2875" y="0"/>
                  </a:lnTo>
                  <a:close/>
                </a:path>
              </a:pathLst>
            </a:custGeom>
            <a:solidFill>
              <a:srgbClr val="F2120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7"/>
            <p:cNvSpPr>
              <a:spLocks/>
            </p:cNvSpPr>
            <p:nvPr userDrawn="1"/>
          </p:nvSpPr>
          <p:spPr bwMode="auto">
            <a:xfrm>
              <a:off x="5" y="2159"/>
              <a:ext cx="2875" cy="2155"/>
            </a:xfrm>
            <a:custGeom>
              <a:avLst/>
              <a:gdLst>
                <a:gd name="T0" fmla="*/ 2875 w 2875"/>
                <a:gd name="T1" fmla="*/ 0 h 2155"/>
                <a:gd name="T2" fmla="*/ 2875 w 2875"/>
                <a:gd name="T3" fmla="*/ 2155 h 2155"/>
                <a:gd name="T4" fmla="*/ 0 w 2875"/>
                <a:gd name="T5" fmla="*/ 2155 h 2155"/>
                <a:gd name="T6" fmla="*/ 0 w 2875"/>
                <a:gd name="T7" fmla="*/ 0 h 2155"/>
                <a:gd name="T8" fmla="*/ 2875 w 2875"/>
                <a:gd name="T9" fmla="*/ 0 h 2155"/>
                <a:gd name="T10" fmla="*/ 2875 w 2875"/>
                <a:gd name="T11" fmla="*/ 0 h 2155"/>
              </a:gdLst>
              <a:ahLst/>
              <a:cxnLst>
                <a:cxn ang="0">
                  <a:pos x="T0" y="T1"/>
                </a:cxn>
                <a:cxn ang="0">
                  <a:pos x="T2" y="T3"/>
                </a:cxn>
                <a:cxn ang="0">
                  <a:pos x="T4" y="T5"/>
                </a:cxn>
                <a:cxn ang="0">
                  <a:pos x="T6" y="T7"/>
                </a:cxn>
                <a:cxn ang="0">
                  <a:pos x="T8" y="T9"/>
                </a:cxn>
                <a:cxn ang="0">
                  <a:pos x="T10" y="T11"/>
                </a:cxn>
              </a:cxnLst>
              <a:rect l="0" t="0" r="r" b="b"/>
              <a:pathLst>
                <a:path w="2875" h="2155">
                  <a:moveTo>
                    <a:pt x="2875" y="0"/>
                  </a:moveTo>
                  <a:lnTo>
                    <a:pt x="2875" y="2155"/>
                  </a:lnTo>
                  <a:lnTo>
                    <a:pt x="0" y="2155"/>
                  </a:lnTo>
                  <a:lnTo>
                    <a:pt x="0" y="0"/>
                  </a:lnTo>
                  <a:lnTo>
                    <a:pt x="2875" y="0"/>
                  </a:lnTo>
                  <a:lnTo>
                    <a:pt x="2875" y="0"/>
                  </a:lnTo>
                  <a:close/>
                </a:path>
              </a:pathLst>
            </a:custGeom>
            <a:solidFill>
              <a:srgbClr val="8C857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8"/>
            <p:cNvSpPr>
              <a:spLocks/>
            </p:cNvSpPr>
            <p:nvPr userDrawn="1"/>
          </p:nvSpPr>
          <p:spPr bwMode="auto">
            <a:xfrm>
              <a:off x="2880" y="-2"/>
              <a:ext cx="2875" cy="2161"/>
            </a:xfrm>
            <a:custGeom>
              <a:avLst/>
              <a:gdLst>
                <a:gd name="T0" fmla="*/ 2875 w 2875"/>
                <a:gd name="T1" fmla="*/ 0 h 2161"/>
                <a:gd name="T2" fmla="*/ 2875 w 2875"/>
                <a:gd name="T3" fmla="*/ 2161 h 2161"/>
                <a:gd name="T4" fmla="*/ 0 w 2875"/>
                <a:gd name="T5" fmla="*/ 2161 h 2161"/>
                <a:gd name="T6" fmla="*/ 0 w 2875"/>
                <a:gd name="T7" fmla="*/ 290 h 2161"/>
                <a:gd name="T8" fmla="*/ 290 w 2875"/>
                <a:gd name="T9" fmla="*/ 0 h 2161"/>
                <a:gd name="T10" fmla="*/ 2875 w 2875"/>
                <a:gd name="T11" fmla="*/ 0 h 2161"/>
                <a:gd name="T12" fmla="*/ 2875 w 2875"/>
                <a:gd name="T13" fmla="*/ 0 h 2161"/>
              </a:gdLst>
              <a:ahLst/>
              <a:cxnLst>
                <a:cxn ang="0">
                  <a:pos x="T0" y="T1"/>
                </a:cxn>
                <a:cxn ang="0">
                  <a:pos x="T2" y="T3"/>
                </a:cxn>
                <a:cxn ang="0">
                  <a:pos x="T4" y="T5"/>
                </a:cxn>
                <a:cxn ang="0">
                  <a:pos x="T6" y="T7"/>
                </a:cxn>
                <a:cxn ang="0">
                  <a:pos x="T8" y="T9"/>
                </a:cxn>
                <a:cxn ang="0">
                  <a:pos x="T10" y="T11"/>
                </a:cxn>
                <a:cxn ang="0">
                  <a:pos x="T12" y="T13"/>
                </a:cxn>
              </a:cxnLst>
              <a:rect l="0" t="0" r="r" b="b"/>
              <a:pathLst>
                <a:path w="2875" h="2161">
                  <a:moveTo>
                    <a:pt x="2875" y="0"/>
                  </a:moveTo>
                  <a:lnTo>
                    <a:pt x="2875" y="2161"/>
                  </a:lnTo>
                  <a:lnTo>
                    <a:pt x="0" y="2161"/>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9"/>
            <p:cNvSpPr>
              <a:spLocks/>
            </p:cNvSpPr>
            <p:nvPr userDrawn="1"/>
          </p:nvSpPr>
          <p:spPr bwMode="auto">
            <a:xfrm>
              <a:off x="4659" y="234"/>
              <a:ext cx="182" cy="233"/>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0"/>
            <p:cNvSpPr>
              <a:spLocks/>
            </p:cNvSpPr>
            <p:nvPr userDrawn="1"/>
          </p:nvSpPr>
          <p:spPr bwMode="auto">
            <a:xfrm>
              <a:off x="4693" y="262"/>
              <a:ext cx="114" cy="149"/>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1"/>
            <p:cNvSpPr>
              <a:spLocks/>
            </p:cNvSpPr>
            <p:nvPr userDrawn="1"/>
          </p:nvSpPr>
          <p:spPr bwMode="auto">
            <a:xfrm>
              <a:off x="4709" y="294"/>
              <a:ext cx="82" cy="97"/>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2"/>
            <p:cNvSpPr>
              <a:spLocks noEditPoints="1"/>
            </p:cNvSpPr>
            <p:nvPr userDrawn="1"/>
          </p:nvSpPr>
          <p:spPr bwMode="auto">
            <a:xfrm>
              <a:off x="4659" y="503"/>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3"/>
            <p:cNvSpPr>
              <a:spLocks/>
            </p:cNvSpPr>
            <p:nvPr userDrawn="1"/>
          </p:nvSpPr>
          <p:spPr bwMode="auto">
            <a:xfrm>
              <a:off x="4695" y="503"/>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4"/>
            <p:cNvSpPr>
              <a:spLocks/>
            </p:cNvSpPr>
            <p:nvPr userDrawn="1"/>
          </p:nvSpPr>
          <p:spPr bwMode="auto">
            <a:xfrm>
              <a:off x="4729" y="501"/>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5"/>
            <p:cNvSpPr>
              <a:spLocks/>
            </p:cNvSpPr>
            <p:nvPr userDrawn="1"/>
          </p:nvSpPr>
          <p:spPr bwMode="auto">
            <a:xfrm>
              <a:off x="4759" y="503"/>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16"/>
            <p:cNvSpPr>
              <a:spLocks noEditPoints="1"/>
            </p:cNvSpPr>
            <p:nvPr userDrawn="1"/>
          </p:nvSpPr>
          <p:spPr bwMode="auto">
            <a:xfrm>
              <a:off x="4791"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17"/>
            <p:cNvSpPr>
              <a:spLocks noEditPoints="1"/>
            </p:cNvSpPr>
            <p:nvPr userDrawn="1"/>
          </p:nvSpPr>
          <p:spPr bwMode="auto">
            <a:xfrm>
              <a:off x="4821" y="503"/>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18"/>
            <p:cNvSpPr>
              <a:spLocks/>
            </p:cNvSpPr>
            <p:nvPr userDrawn="1"/>
          </p:nvSpPr>
          <p:spPr bwMode="auto">
            <a:xfrm>
              <a:off x="4859"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19"/>
            <p:cNvSpPr>
              <a:spLocks/>
            </p:cNvSpPr>
            <p:nvPr userDrawn="1"/>
          </p:nvSpPr>
          <p:spPr bwMode="auto">
            <a:xfrm>
              <a:off x="4887"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0"/>
            <p:cNvSpPr>
              <a:spLocks noEditPoints="1"/>
            </p:cNvSpPr>
            <p:nvPr userDrawn="1"/>
          </p:nvSpPr>
          <p:spPr bwMode="auto">
            <a:xfrm>
              <a:off x="4897" y="503"/>
              <a:ext cx="33" cy="32"/>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1"/>
            <p:cNvSpPr>
              <a:spLocks/>
            </p:cNvSpPr>
            <p:nvPr userDrawn="1"/>
          </p:nvSpPr>
          <p:spPr bwMode="auto">
            <a:xfrm>
              <a:off x="4936" y="503"/>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2"/>
            <p:cNvSpPr>
              <a:spLocks/>
            </p:cNvSpPr>
            <p:nvPr userDrawn="1"/>
          </p:nvSpPr>
          <p:spPr bwMode="auto">
            <a:xfrm>
              <a:off x="4986"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3"/>
            <p:cNvSpPr>
              <a:spLocks noEditPoints="1"/>
            </p:cNvSpPr>
            <p:nvPr userDrawn="1"/>
          </p:nvSpPr>
          <p:spPr bwMode="auto">
            <a:xfrm>
              <a:off x="5018" y="503"/>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4"/>
            <p:cNvSpPr>
              <a:spLocks/>
            </p:cNvSpPr>
            <p:nvPr userDrawn="1"/>
          </p:nvSpPr>
          <p:spPr bwMode="auto">
            <a:xfrm>
              <a:off x="5050" y="503"/>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5"/>
            <p:cNvSpPr>
              <a:spLocks/>
            </p:cNvSpPr>
            <p:nvPr userDrawn="1"/>
          </p:nvSpPr>
          <p:spPr bwMode="auto">
            <a:xfrm>
              <a:off x="5082" y="503"/>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26"/>
            <p:cNvSpPr>
              <a:spLocks noEditPoints="1"/>
            </p:cNvSpPr>
            <p:nvPr userDrawn="1"/>
          </p:nvSpPr>
          <p:spPr bwMode="auto">
            <a:xfrm>
              <a:off x="5116" y="501"/>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27"/>
            <p:cNvSpPr>
              <a:spLocks/>
            </p:cNvSpPr>
            <p:nvPr userDrawn="1"/>
          </p:nvSpPr>
          <p:spPr bwMode="auto">
            <a:xfrm>
              <a:off x="5154"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28"/>
            <p:cNvSpPr>
              <a:spLocks/>
            </p:cNvSpPr>
            <p:nvPr userDrawn="1"/>
          </p:nvSpPr>
          <p:spPr bwMode="auto">
            <a:xfrm>
              <a:off x="5182"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29"/>
            <p:cNvSpPr>
              <a:spLocks/>
            </p:cNvSpPr>
            <p:nvPr userDrawn="1"/>
          </p:nvSpPr>
          <p:spPr bwMode="auto">
            <a:xfrm>
              <a:off x="5192"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0"/>
            <p:cNvSpPr>
              <a:spLocks/>
            </p:cNvSpPr>
            <p:nvPr userDrawn="1"/>
          </p:nvSpPr>
          <p:spPr bwMode="auto">
            <a:xfrm>
              <a:off x="5244" y="503"/>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1"/>
            <p:cNvSpPr>
              <a:spLocks/>
            </p:cNvSpPr>
            <p:nvPr userDrawn="1"/>
          </p:nvSpPr>
          <p:spPr bwMode="auto">
            <a:xfrm>
              <a:off x="5280" y="503"/>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2"/>
            <p:cNvSpPr>
              <a:spLocks/>
            </p:cNvSpPr>
            <p:nvPr userDrawn="1"/>
          </p:nvSpPr>
          <p:spPr bwMode="auto">
            <a:xfrm>
              <a:off x="5314"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3"/>
            <p:cNvSpPr>
              <a:spLocks/>
            </p:cNvSpPr>
            <p:nvPr userDrawn="1"/>
          </p:nvSpPr>
          <p:spPr bwMode="auto">
            <a:xfrm>
              <a:off x="5326" y="503"/>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4"/>
            <p:cNvSpPr>
              <a:spLocks/>
            </p:cNvSpPr>
            <p:nvPr userDrawn="1"/>
          </p:nvSpPr>
          <p:spPr bwMode="auto">
            <a:xfrm>
              <a:off x="5362" y="503"/>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5"/>
            <p:cNvSpPr>
              <a:spLocks noEditPoints="1"/>
            </p:cNvSpPr>
            <p:nvPr userDrawn="1"/>
          </p:nvSpPr>
          <p:spPr bwMode="auto">
            <a:xfrm>
              <a:off x="5394"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36"/>
            <p:cNvSpPr>
              <a:spLocks/>
            </p:cNvSpPr>
            <p:nvPr userDrawn="1"/>
          </p:nvSpPr>
          <p:spPr bwMode="auto">
            <a:xfrm>
              <a:off x="5424" y="501"/>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37"/>
            <p:cNvSpPr>
              <a:spLocks/>
            </p:cNvSpPr>
            <p:nvPr userDrawn="1"/>
          </p:nvSpPr>
          <p:spPr bwMode="auto">
            <a:xfrm>
              <a:off x="5458"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Freeform 38"/>
            <p:cNvSpPr>
              <a:spLocks/>
            </p:cNvSpPr>
            <p:nvPr userDrawn="1"/>
          </p:nvSpPr>
          <p:spPr bwMode="auto">
            <a:xfrm>
              <a:off x="5470" y="503"/>
              <a:ext cx="53" cy="32"/>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Freeform 39"/>
            <p:cNvSpPr>
              <a:spLocks/>
            </p:cNvSpPr>
            <p:nvPr userDrawn="1"/>
          </p:nvSpPr>
          <p:spPr bwMode="auto">
            <a:xfrm>
              <a:off x="5340" y="234"/>
              <a:ext cx="183" cy="229"/>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40"/>
            <p:cNvSpPr>
              <a:spLocks/>
            </p:cNvSpPr>
            <p:nvPr userDrawn="1"/>
          </p:nvSpPr>
          <p:spPr bwMode="auto">
            <a:xfrm>
              <a:off x="5096" y="230"/>
              <a:ext cx="212" cy="233"/>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41"/>
            <p:cNvSpPr>
              <a:spLocks noEditPoints="1"/>
            </p:cNvSpPr>
            <p:nvPr userDrawn="1"/>
          </p:nvSpPr>
          <p:spPr bwMode="auto">
            <a:xfrm>
              <a:off x="4885" y="234"/>
              <a:ext cx="207" cy="225"/>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5003514" y="1366463"/>
            <a:ext cx="3770617" cy="1137024"/>
          </a:xfrm>
        </p:spPr>
        <p:txBody>
          <a:bodyPr anchor="b">
            <a:normAutofit/>
          </a:bodyPr>
          <a:lstStyle>
            <a:lvl1pPr algn="l">
              <a:defRPr sz="2895" b="1">
                <a:solidFill>
                  <a:schemeClr val="bg1"/>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5003514" y="2503489"/>
            <a:ext cx="3770617" cy="599309"/>
          </a:xfrm>
        </p:spPr>
        <p:txBody>
          <a:bodyPr anchor="b">
            <a:noAutofit/>
          </a:bodyPr>
          <a:lstStyle>
            <a:lvl1pPr marL="0" indent="0" algn="l">
              <a:buNone/>
              <a:defRPr sz="1397">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 name="Text Placeholder 7"/>
          <p:cNvSpPr>
            <a:spLocks noGrp="1"/>
          </p:cNvSpPr>
          <p:nvPr>
            <p:ph type="body" sz="quarter" idx="10" hasCustomPrompt="1"/>
          </p:nvPr>
        </p:nvSpPr>
        <p:spPr>
          <a:xfrm>
            <a:off x="5003801" y="3944938"/>
            <a:ext cx="3770313" cy="294882"/>
          </a:xfrm>
        </p:spPr>
        <p:txBody>
          <a:bodyPr>
            <a:normAutofit/>
          </a:bodyPr>
          <a:lstStyle>
            <a:lvl1pPr marL="0" indent="0">
              <a:buNone/>
              <a:defRPr sz="1198"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p:ph type="body" sz="quarter" idx="11" hasCustomPrompt="1"/>
          </p:nvPr>
        </p:nvSpPr>
        <p:spPr>
          <a:xfrm>
            <a:off x="5003801" y="4239822"/>
            <a:ext cx="3770313" cy="328773"/>
          </a:xfrm>
        </p:spPr>
        <p:txBody>
          <a:bodyPr>
            <a:normAutofit/>
          </a:bodyPr>
          <a:lstStyle>
            <a:lvl1pPr marL="0" indent="0">
              <a:buNone/>
              <a:defRPr sz="1198"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11" name="Picture Placeholder 10"/>
          <p:cNvSpPr>
            <a:spLocks noGrp="1"/>
          </p:cNvSpPr>
          <p:nvPr>
            <p:ph type="pic" sz="quarter" idx="12"/>
          </p:nvPr>
        </p:nvSpPr>
        <p:spPr>
          <a:xfrm>
            <a:off x="1" y="469901"/>
            <a:ext cx="4565649" cy="2952750"/>
          </a:xfrm>
        </p:spPr>
        <p:txBody>
          <a:bodyPr>
            <a:normAutofit/>
          </a:bodyPr>
          <a:lstStyle>
            <a:lvl1pPr marL="0" indent="0">
              <a:buNone/>
              <a:defRPr sz="9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
        <p:nvSpPr>
          <p:cNvPr id="13" name="Picture Placeholder 10"/>
          <p:cNvSpPr>
            <a:spLocks noGrp="1"/>
          </p:cNvSpPr>
          <p:nvPr>
            <p:ph type="pic" sz="quarter" idx="13"/>
          </p:nvPr>
        </p:nvSpPr>
        <p:spPr>
          <a:xfrm>
            <a:off x="1" y="3422652"/>
            <a:ext cx="4565649" cy="3435349"/>
          </a:xfrm>
        </p:spPr>
        <p:txBody>
          <a:bodyPr>
            <a:normAutofit/>
          </a:bodyPr>
          <a:lstStyle>
            <a:lvl1pPr marL="0" indent="0">
              <a:buNone/>
              <a:defRPr sz="9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585848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289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40"/>
            <a:ext cx="3867150" cy="447675"/>
          </a:xfrm>
        </p:spPr>
        <p:txBody>
          <a:bodyPr anchor="b">
            <a:noAutofit/>
          </a:bodyPr>
          <a:lstStyle>
            <a:lvl1pPr marL="0" indent="0" algn="l">
              <a:buNone/>
              <a:defRPr sz="1397">
                <a:solidFill>
                  <a:srgbClr val="3D3935"/>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198"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2"/>
            <a:ext cx="3770313" cy="328773"/>
          </a:xfrm>
        </p:spPr>
        <p:txBody>
          <a:bodyPr>
            <a:normAutofit/>
          </a:bodyPr>
          <a:lstStyle>
            <a:lvl1pPr marL="0" indent="0">
              <a:buNone/>
              <a:defRPr sz="1198"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5" y="2653278"/>
            <a:ext cx="1766125" cy="502731"/>
          </a:xfrm>
        </p:spPr>
        <p:txBody>
          <a:bodyPr/>
          <a:lstStyle>
            <a:lvl1pPr marL="0" indent="0">
              <a:buNone/>
              <a:defRPr sz="9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9"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0156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4" name="Rectangle 43"/>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AutoShape 3"/>
          <p:cNvSpPr>
            <a:spLocks noChangeAspect="1" noChangeArrowheads="1" noTextEdit="1"/>
          </p:cNvSpPr>
          <p:nvPr userDrawn="1"/>
        </p:nvSpPr>
        <p:spPr bwMode="auto">
          <a:xfrm>
            <a:off x="1" y="0"/>
            <a:ext cx="9144227"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5"/>
          <p:cNvSpPr>
            <a:spLocks/>
          </p:cNvSpPr>
          <p:nvPr userDrawn="1"/>
        </p:nvSpPr>
        <p:spPr bwMode="auto">
          <a:xfrm>
            <a:off x="0" y="457200"/>
            <a:ext cx="4572114" cy="6388100"/>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8C857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6"/>
          <p:cNvSpPr>
            <a:spLocks/>
          </p:cNvSpPr>
          <p:nvPr userDrawn="1"/>
        </p:nvSpPr>
        <p:spPr bwMode="auto">
          <a:xfrm>
            <a:off x="4572114" y="-3175"/>
            <a:ext cx="4572114" cy="6858000"/>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nvGrpSpPr>
          <p:cNvPr id="2" name="Group 1"/>
          <p:cNvGrpSpPr/>
          <p:nvPr userDrawn="1"/>
        </p:nvGrpSpPr>
        <p:grpSpPr>
          <a:xfrm>
            <a:off x="7401259" y="365125"/>
            <a:ext cx="1374019" cy="484188"/>
            <a:chOff x="7401258" y="365125"/>
            <a:chExt cx="1374019" cy="484188"/>
          </a:xfrm>
        </p:grpSpPr>
        <p:sp>
          <p:nvSpPr>
            <p:cNvPr id="48"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5"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6"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7"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8"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9"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0"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1"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2"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3"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4"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5"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6"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7"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8"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9"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0"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1"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2"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3"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4"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5"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6"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7"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8"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9"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0"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81" name="Title 1"/>
          <p:cNvSpPr>
            <a:spLocks noGrp="1"/>
          </p:cNvSpPr>
          <p:nvPr userDrawn="1">
            <p:ph type="title" hasCustomPrompt="1"/>
          </p:nvPr>
        </p:nvSpPr>
        <p:spPr>
          <a:xfrm>
            <a:off x="5038725" y="2848654"/>
            <a:ext cx="3867150" cy="580346"/>
          </a:xfrm>
        </p:spPr>
        <p:txBody>
          <a:bodyPr anchor="b">
            <a:noAutofit/>
          </a:bodyPr>
          <a:lstStyle>
            <a:lvl1pPr>
              <a:defRPr sz="2895" b="1">
                <a:solidFill>
                  <a:schemeClr val="bg1"/>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2" name="Subtitle 2"/>
          <p:cNvSpPr>
            <a:spLocks noGrp="1"/>
          </p:cNvSpPr>
          <p:nvPr userDrawn="1">
            <p:ph type="subTitle" idx="1" hasCustomPrompt="1"/>
          </p:nvPr>
        </p:nvSpPr>
        <p:spPr>
          <a:xfrm>
            <a:off x="5038725" y="3652840"/>
            <a:ext cx="3867150" cy="447675"/>
          </a:xfrm>
        </p:spPr>
        <p:txBody>
          <a:bodyPr anchor="b">
            <a:noAutofit/>
          </a:bodyPr>
          <a:lstStyle>
            <a:lvl1pPr marL="0" indent="0" algn="l">
              <a:buNone/>
              <a:defRPr sz="1397">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3" name="Text Placeholder 7"/>
          <p:cNvSpPr>
            <a:spLocks noGrp="1"/>
          </p:cNvSpPr>
          <p:nvPr userDrawn="1">
            <p:ph type="body" sz="quarter" idx="10" hasCustomPrompt="1"/>
          </p:nvPr>
        </p:nvSpPr>
        <p:spPr>
          <a:xfrm>
            <a:off x="5038726" y="5316538"/>
            <a:ext cx="3770313" cy="294882"/>
          </a:xfrm>
        </p:spPr>
        <p:txBody>
          <a:bodyPr>
            <a:normAutofit/>
          </a:bodyPr>
          <a:lstStyle>
            <a:lvl1pPr marL="0" indent="0">
              <a:buNone/>
              <a:defRPr sz="1198"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84" name="Text Placeholder 7"/>
          <p:cNvSpPr>
            <a:spLocks noGrp="1"/>
          </p:cNvSpPr>
          <p:nvPr userDrawn="1">
            <p:ph type="body" sz="quarter" idx="11" hasCustomPrompt="1"/>
          </p:nvPr>
        </p:nvSpPr>
        <p:spPr>
          <a:xfrm>
            <a:off x="5038726" y="5611422"/>
            <a:ext cx="3770313" cy="328773"/>
          </a:xfrm>
        </p:spPr>
        <p:txBody>
          <a:bodyPr>
            <a:normAutofit/>
          </a:bodyPr>
          <a:lstStyle>
            <a:lvl1pPr marL="0" indent="0">
              <a:buNone/>
              <a:defRPr sz="1198"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86" name="Picture Placeholder 85"/>
          <p:cNvSpPr>
            <a:spLocks noGrp="1"/>
          </p:cNvSpPr>
          <p:nvPr userDrawn="1">
            <p:ph type="pic" sz="quarter" idx="12"/>
          </p:nvPr>
        </p:nvSpPr>
        <p:spPr>
          <a:xfrm>
            <a:off x="0" y="457200"/>
            <a:ext cx="4572000" cy="6388100"/>
          </a:xfrm>
        </p:spPr>
        <p:txBody>
          <a:bodyPr/>
          <a:lstStyle>
            <a:lvl1pPr marL="0" indent="0">
              <a:buNone/>
              <a:defRPr sz="9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384440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2" name="Rectangle 4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60732720"/>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Object 2"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116" name="Freeform 5"/>
          <p:cNvSpPr>
            <a:spLocks/>
          </p:cNvSpPr>
          <p:nvPr userDrawn="1"/>
        </p:nvSpPr>
        <p:spPr bwMode="auto">
          <a:xfrm>
            <a:off x="0" y="457202"/>
            <a:ext cx="4572232" cy="6388107"/>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F2120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6"/>
          <p:cNvSpPr>
            <a:spLocks/>
          </p:cNvSpPr>
          <p:nvPr userDrawn="1"/>
        </p:nvSpPr>
        <p:spPr bwMode="auto">
          <a:xfrm>
            <a:off x="4572233" y="-3174"/>
            <a:ext cx="4572232" cy="6858007"/>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AutoShape 3"/>
          <p:cNvSpPr>
            <a:spLocks noChangeAspect="1" noChangeArrowheads="1" noTextEdit="1"/>
          </p:cNvSpPr>
          <p:nvPr userDrawn="1"/>
        </p:nvSpPr>
        <p:spPr bwMode="auto">
          <a:xfrm>
            <a:off x="1" y="3"/>
            <a:ext cx="9144464" cy="68580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Title 1"/>
          <p:cNvSpPr>
            <a:spLocks noGrp="1"/>
          </p:cNvSpPr>
          <p:nvPr userDrawn="1">
            <p:ph type="title" hasCustomPrompt="1"/>
          </p:nvPr>
        </p:nvSpPr>
        <p:spPr>
          <a:xfrm>
            <a:off x="4804756" y="1054319"/>
            <a:ext cx="4247805" cy="4749367"/>
          </a:xfrm>
        </p:spPr>
        <p:txBody>
          <a:bodyPr lIns="0" tIns="0" rIns="0" bIns="0" anchor="ctr" anchorCtr="0">
            <a:noAutofit/>
          </a:bodyPr>
          <a:lstStyle>
            <a:lvl1pPr>
              <a:defRPr sz="28393" spc="-113">
                <a:solidFill>
                  <a:schemeClr val="bg1"/>
                </a:solidFill>
                <a:latin typeface="Arial" panose="020B0604020202020204" pitchFamily="34" charset="0"/>
                <a:cs typeface="Arial" panose="020B0604020202020204" pitchFamily="34" charset="0"/>
              </a:defRPr>
            </a:lvl1pPr>
          </a:lstStyle>
          <a:p>
            <a:r>
              <a:rPr lang="en-US" dirty="0"/>
              <a:t>1</a:t>
            </a:r>
            <a:endParaRPr lang="en-AU" dirty="0"/>
          </a:p>
        </p:txBody>
      </p:sp>
      <p:sp>
        <p:nvSpPr>
          <p:cNvPr id="47" name="Text Placeholder 46"/>
          <p:cNvSpPr>
            <a:spLocks noGrp="1"/>
          </p:cNvSpPr>
          <p:nvPr userDrawn="1">
            <p:ph type="body" sz="quarter" idx="10" hasCustomPrompt="1"/>
          </p:nvPr>
        </p:nvSpPr>
        <p:spPr>
          <a:xfrm>
            <a:off x="374421" y="3246829"/>
            <a:ext cx="3092450" cy="357995"/>
          </a:xfrm>
        </p:spPr>
        <p:txBody>
          <a:bodyPr>
            <a:normAutofit/>
          </a:bodyPr>
          <a:lstStyle>
            <a:lvl1pPr marL="0" indent="0">
              <a:buNone/>
              <a:defRPr sz="1498">
                <a:solidFill>
                  <a:schemeClr val="bg1"/>
                </a:solidFill>
                <a:latin typeface="Arial" panose="020B0604020202020204" pitchFamily="34" charset="0"/>
                <a:cs typeface="Arial" panose="020B0604020202020204" pitchFamily="34" charset="0"/>
              </a:defRPr>
            </a:lvl1pPr>
          </a:lstStyle>
          <a:p>
            <a:pPr lvl="0"/>
            <a:r>
              <a:rPr lang="en-AU" dirty="0"/>
              <a:t>Section title</a:t>
            </a:r>
          </a:p>
        </p:txBody>
      </p:sp>
      <p:grpSp>
        <p:nvGrpSpPr>
          <p:cNvPr id="82" name="Group 81"/>
          <p:cNvGrpSpPr/>
          <p:nvPr userDrawn="1"/>
        </p:nvGrpSpPr>
        <p:grpSpPr>
          <a:xfrm>
            <a:off x="7401259" y="365125"/>
            <a:ext cx="1374019" cy="484188"/>
            <a:chOff x="7401258" y="365125"/>
            <a:chExt cx="1374019" cy="484188"/>
          </a:xfrm>
        </p:grpSpPr>
        <p:sp>
          <p:nvSpPr>
            <p:cNvPr id="83"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4"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5"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6"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7"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8"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8683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userDrawn="1">
            <p:custDataLst>
              <p:tags r:id="rId1"/>
            </p:custDataLst>
            <p:extLst>
              <p:ext uri="{D42A27DB-BD31-4B8C-83A1-F6EECF244321}">
                <p14:modId xmlns:p14="http://schemas.microsoft.com/office/powerpoint/2010/main" val="2917153327"/>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7" name="Object 46"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2" name="Title 1"/>
          <p:cNvSpPr>
            <a:spLocks noGrp="1"/>
          </p:cNvSpPr>
          <p:nvPr userDrawn="1">
            <p:ph type="title" hasCustomPrompt="1"/>
          </p:nvPr>
        </p:nvSpPr>
        <p:spPr>
          <a:xfrm>
            <a:off x="440871" y="745354"/>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50" name="Text Placeholder 49"/>
          <p:cNvSpPr>
            <a:spLocks noGrp="1"/>
          </p:cNvSpPr>
          <p:nvPr userDrawn="1">
            <p:ph type="body" sz="quarter" idx="15" hasCustomPrompt="1"/>
          </p:nvPr>
        </p:nvSpPr>
        <p:spPr>
          <a:xfrm>
            <a:off x="440872" y="1463722"/>
            <a:ext cx="8284029" cy="4272599"/>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52" name="Text Placeholder 51"/>
          <p:cNvSpPr>
            <a:spLocks noGrp="1"/>
          </p:cNvSpPr>
          <p:nvPr userDrawn="1">
            <p:ph type="body" sz="quarter" idx="16" hasCustomPrompt="1"/>
          </p:nvPr>
        </p:nvSpPr>
        <p:spPr>
          <a:xfrm>
            <a:off x="440872" y="-8733"/>
            <a:ext cx="4343399" cy="462758"/>
          </a:xfrm>
        </p:spPr>
        <p:txBody>
          <a:bodyPr anchor="ctr">
            <a:normAutofit/>
          </a:bodyPr>
          <a:lstStyle>
            <a:lvl1pPr marL="0" indent="0">
              <a:buNone/>
              <a:defRPr sz="1125" b="1">
                <a:solidFill>
                  <a:srgbClr val="3D3935"/>
                </a:solidFill>
                <a:latin typeface="Arial" panose="020B0604020202020204" pitchFamily="34" charset="0"/>
                <a:cs typeface="Arial" panose="020B0604020202020204" pitchFamily="34" charset="0"/>
              </a:defRPr>
            </a:lvl1pPr>
          </a:lstStyle>
          <a:p>
            <a:pPr lvl="0"/>
            <a:r>
              <a:rPr lang="en-AU" dirty="0"/>
              <a:t>Section heading</a:t>
            </a:r>
          </a:p>
        </p:txBody>
      </p:sp>
      <p:sp>
        <p:nvSpPr>
          <p:cNvPr id="8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
        <p:nvSpPr>
          <p:cNvPr id="85" name="Footer Placeholder 4"/>
          <p:cNvSpPr>
            <a:spLocks noGrp="1"/>
          </p:cNvSpPr>
          <p:nvPr>
            <p:ph type="ftr" sz="quarter" idx="3"/>
          </p:nvPr>
        </p:nvSpPr>
        <p:spPr>
          <a:xfrm>
            <a:off x="832757" y="6510473"/>
            <a:ext cx="4188129"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dirty="0"/>
              <a:t>Faculty of Business and Law | Peter Faber Business School</a:t>
            </a:r>
          </a:p>
        </p:txBody>
      </p:sp>
    </p:spTree>
    <p:extLst>
      <p:ext uri="{BB962C8B-B14F-4D97-AF65-F5344CB8AC3E}">
        <p14:creationId xmlns:p14="http://schemas.microsoft.com/office/powerpoint/2010/main" val="3662876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s and Content">
    <p:spTree>
      <p:nvGrpSpPr>
        <p:cNvPr id="1" name=""/>
        <p:cNvGrpSpPr/>
        <p:nvPr/>
      </p:nvGrpSpPr>
      <p:grpSpPr>
        <a:xfrm>
          <a:off x="0" y="0"/>
          <a:ext cx="0" cy="0"/>
          <a:chOff x="0" y="0"/>
          <a:chExt cx="0" cy="0"/>
        </a:xfrm>
      </p:grpSpPr>
      <p:sp>
        <p:nvSpPr>
          <p:cNvPr id="41" name="Title 1"/>
          <p:cNvSpPr>
            <a:spLocks noGrp="1"/>
          </p:cNvSpPr>
          <p:nvPr>
            <p:ph type="title" hasCustomPrompt="1"/>
          </p:nvPr>
        </p:nvSpPr>
        <p:spPr>
          <a:xfrm>
            <a:off x="440871" y="826521"/>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2" name="Text Placeholder 45"/>
          <p:cNvSpPr>
            <a:spLocks noGrp="1"/>
          </p:cNvSpPr>
          <p:nvPr>
            <p:ph type="body" sz="quarter" idx="13" hasCustomPrompt="1"/>
          </p:nvPr>
        </p:nvSpPr>
        <p:spPr>
          <a:xfrm>
            <a:off x="440871" y="1391874"/>
            <a:ext cx="6734398" cy="403957"/>
          </a:xfrm>
        </p:spPr>
        <p:txBody>
          <a:bodyPr anchor="ctr">
            <a:spAutoFit/>
          </a:bodyPr>
          <a:lstStyle>
            <a:lvl1pPr marL="0" indent="0">
              <a:lnSpc>
                <a:spcPct val="100000"/>
              </a:lnSpc>
              <a:buNone/>
              <a:defRPr sz="2025">
                <a:solidFill>
                  <a:srgbClr val="3D3935"/>
                </a:solidFill>
                <a:latin typeface="Arial" panose="020B0604020202020204" pitchFamily="34" charset="0"/>
                <a:cs typeface="Arial" panose="020B0604020202020204" pitchFamily="34" charset="0"/>
              </a:defRPr>
            </a:lvl1pPr>
          </a:lstStyle>
          <a:p>
            <a:pPr lvl="0"/>
            <a:r>
              <a:rPr lang="en-AU" dirty="0"/>
              <a:t>Sub Title</a:t>
            </a:r>
          </a:p>
        </p:txBody>
      </p:sp>
      <p:sp>
        <p:nvSpPr>
          <p:cNvPr id="43" name="Text Placeholder 47"/>
          <p:cNvSpPr>
            <a:spLocks noGrp="1"/>
          </p:cNvSpPr>
          <p:nvPr>
            <p:ph type="body" sz="quarter" idx="14" hasCustomPrompt="1"/>
          </p:nvPr>
        </p:nvSpPr>
        <p:spPr>
          <a:xfrm>
            <a:off x="440872" y="2275572"/>
            <a:ext cx="8284028" cy="359681"/>
          </a:xfrm>
        </p:spPr>
        <p:txBody>
          <a:bodyPr anchor="ctr">
            <a:noAutofit/>
          </a:bodyPr>
          <a:lstStyle>
            <a:lvl1pPr marL="0" indent="0">
              <a:lnSpc>
                <a:spcPct val="100000"/>
              </a:lnSpc>
              <a:buNone/>
              <a:defRPr sz="1500" b="1" baseline="0">
                <a:solidFill>
                  <a:srgbClr val="3D3935"/>
                </a:solidFill>
                <a:latin typeface="Arial" panose="020B0604020202020204" pitchFamily="34" charset="0"/>
                <a:cs typeface="Arial" panose="020B0604020202020204" pitchFamily="34" charset="0"/>
              </a:defRPr>
            </a:lvl1pPr>
          </a:lstStyle>
          <a:p>
            <a:pPr lvl="0"/>
            <a:r>
              <a:rPr lang="en-AU" dirty="0"/>
              <a:t>Sub heading</a:t>
            </a:r>
          </a:p>
        </p:txBody>
      </p:sp>
      <p:sp>
        <p:nvSpPr>
          <p:cNvPr id="83" name="Text Placeholder 49"/>
          <p:cNvSpPr>
            <a:spLocks noGrp="1"/>
          </p:cNvSpPr>
          <p:nvPr>
            <p:ph type="body" sz="quarter" idx="15" hasCustomPrompt="1"/>
          </p:nvPr>
        </p:nvSpPr>
        <p:spPr>
          <a:xfrm>
            <a:off x="440872" y="2640809"/>
            <a:ext cx="8284029" cy="3095510"/>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84" name="Footer Placeholder 4"/>
          <p:cNvSpPr>
            <a:spLocks noGrp="1"/>
          </p:cNvSpPr>
          <p:nvPr>
            <p:ph type="ftr" sz="quarter" idx="3"/>
          </p:nvPr>
        </p:nvSpPr>
        <p:spPr>
          <a:xfrm>
            <a:off x="832759" y="6510473"/>
            <a:ext cx="3872246"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5"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8886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7701" y="1626056"/>
            <a:ext cx="3867150" cy="4271941"/>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4646613" y="1651002"/>
            <a:ext cx="3887788" cy="4246995"/>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7" name="Title 1"/>
          <p:cNvSpPr>
            <a:spLocks noGrp="1"/>
          </p:cNvSpPr>
          <p:nvPr>
            <p:ph type="title" hasCustomPrompt="1"/>
          </p:nvPr>
        </p:nvSpPr>
        <p:spPr>
          <a:xfrm>
            <a:off x="440871" y="826521"/>
            <a:ext cx="6734398" cy="427040"/>
          </a:xfrm>
        </p:spPr>
        <p:txBody>
          <a:bodyPr>
            <a:spAutoFit/>
          </a:bodyPr>
          <a:lstStyle>
            <a:lvl1pPr>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8" name="Footer Placeholder 4"/>
          <p:cNvSpPr>
            <a:spLocks noGrp="1"/>
          </p:cNvSpPr>
          <p:nvPr>
            <p:ph type="ftr" sz="quarter" idx="3"/>
          </p:nvPr>
        </p:nvSpPr>
        <p:spPr>
          <a:xfrm>
            <a:off x="832757" y="6510473"/>
            <a:ext cx="3887787"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9"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19431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3888" y="1864190"/>
            <a:ext cx="7886700" cy="4070577"/>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1"/>
          <p:cNvSpPr>
            <a:spLocks noGrp="1"/>
          </p:cNvSpPr>
          <p:nvPr>
            <p:ph type="title" hasCustomPrompt="1"/>
          </p:nvPr>
        </p:nvSpPr>
        <p:spPr>
          <a:xfrm>
            <a:off x="498930" y="1056581"/>
            <a:ext cx="6734398" cy="493981"/>
          </a:xfrm>
        </p:spPr>
        <p:txBody>
          <a:bodyPr>
            <a:normAutofit/>
          </a:bodyPr>
          <a:lstStyle>
            <a:lvl1pPr>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278165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White with Logo">
    <p:spTree>
      <p:nvGrpSpPr>
        <p:cNvPr id="1" name=""/>
        <p:cNvGrpSpPr/>
        <p:nvPr/>
      </p:nvGrpSpPr>
      <p:grpSpPr>
        <a:xfrm>
          <a:off x="0" y="0"/>
          <a:ext cx="0" cy="0"/>
          <a:chOff x="0" y="0"/>
          <a:chExt cx="0" cy="0"/>
        </a:xfrm>
      </p:grpSpPr>
      <p:sp>
        <p:nvSpPr>
          <p:cNvPr id="4" name="Rectangle 3"/>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utoShape 3"/>
          <p:cNvSpPr>
            <a:spLocks noChangeAspect="1" noChangeArrowheads="1" noTextEdit="1"/>
          </p:cNvSpPr>
          <p:nvPr userDrawn="1"/>
        </p:nvSpPr>
        <p:spPr bwMode="auto">
          <a:xfrm>
            <a:off x="1589" y="0"/>
            <a:ext cx="9140825"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9"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2"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 name="Freeform 9"/>
          <p:cNvSpPr>
            <a:spLocks/>
          </p:cNvSpPr>
          <p:nvPr userDrawn="1"/>
        </p:nvSpPr>
        <p:spPr bwMode="auto">
          <a:xfrm>
            <a:off x="7399339" y="371477"/>
            <a:ext cx="288925" cy="371475"/>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10"/>
          <p:cNvSpPr>
            <a:spLocks/>
          </p:cNvSpPr>
          <p:nvPr userDrawn="1"/>
        </p:nvSpPr>
        <p:spPr bwMode="auto">
          <a:xfrm>
            <a:off x="7453313" y="415927"/>
            <a:ext cx="180975" cy="238125"/>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3" name="Freeform 11"/>
          <p:cNvSpPr>
            <a:spLocks/>
          </p:cNvSpPr>
          <p:nvPr userDrawn="1"/>
        </p:nvSpPr>
        <p:spPr bwMode="auto">
          <a:xfrm>
            <a:off x="7478714" y="466727"/>
            <a:ext cx="130175" cy="155575"/>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12"/>
          <p:cNvSpPr>
            <a:spLocks noEditPoints="1"/>
          </p:cNvSpPr>
          <p:nvPr userDrawn="1"/>
        </p:nvSpPr>
        <p:spPr bwMode="auto">
          <a:xfrm>
            <a:off x="7399339" y="800100"/>
            <a:ext cx="53975"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13"/>
          <p:cNvSpPr>
            <a:spLocks/>
          </p:cNvSpPr>
          <p:nvPr userDrawn="1"/>
        </p:nvSpPr>
        <p:spPr bwMode="auto">
          <a:xfrm>
            <a:off x="7456489" y="800100"/>
            <a:ext cx="44450"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4"/>
          <p:cNvSpPr>
            <a:spLocks/>
          </p:cNvSpPr>
          <p:nvPr userDrawn="1"/>
        </p:nvSpPr>
        <p:spPr bwMode="auto">
          <a:xfrm>
            <a:off x="7510464" y="796927"/>
            <a:ext cx="41275"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5"/>
          <p:cNvSpPr>
            <a:spLocks/>
          </p:cNvSpPr>
          <p:nvPr userDrawn="1"/>
        </p:nvSpPr>
        <p:spPr bwMode="auto">
          <a:xfrm>
            <a:off x="7558089" y="800100"/>
            <a:ext cx="41275"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6"/>
          <p:cNvSpPr>
            <a:spLocks noEditPoints="1"/>
          </p:cNvSpPr>
          <p:nvPr userDrawn="1"/>
        </p:nvSpPr>
        <p:spPr bwMode="auto">
          <a:xfrm>
            <a:off x="7608889"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7"/>
          <p:cNvSpPr>
            <a:spLocks noEditPoints="1"/>
          </p:cNvSpPr>
          <p:nvPr userDrawn="1"/>
        </p:nvSpPr>
        <p:spPr bwMode="auto">
          <a:xfrm>
            <a:off x="7656514" y="800100"/>
            <a:ext cx="53975"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8"/>
          <p:cNvSpPr>
            <a:spLocks/>
          </p:cNvSpPr>
          <p:nvPr userDrawn="1"/>
        </p:nvSpPr>
        <p:spPr bwMode="auto">
          <a:xfrm>
            <a:off x="7716839"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9"/>
          <p:cNvSpPr>
            <a:spLocks/>
          </p:cNvSpPr>
          <p:nvPr userDrawn="1"/>
        </p:nvSpPr>
        <p:spPr bwMode="auto">
          <a:xfrm>
            <a:off x="7761289"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20"/>
          <p:cNvSpPr>
            <a:spLocks noEditPoints="1"/>
          </p:cNvSpPr>
          <p:nvPr userDrawn="1"/>
        </p:nvSpPr>
        <p:spPr bwMode="auto">
          <a:xfrm>
            <a:off x="7777164"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21"/>
          <p:cNvSpPr>
            <a:spLocks/>
          </p:cNvSpPr>
          <p:nvPr userDrawn="1"/>
        </p:nvSpPr>
        <p:spPr bwMode="auto">
          <a:xfrm>
            <a:off x="7840664" y="800100"/>
            <a:ext cx="41275"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22"/>
          <p:cNvSpPr>
            <a:spLocks/>
          </p:cNvSpPr>
          <p:nvPr userDrawn="1"/>
        </p:nvSpPr>
        <p:spPr bwMode="auto">
          <a:xfrm>
            <a:off x="7920038" y="796927"/>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23"/>
          <p:cNvSpPr>
            <a:spLocks noEditPoints="1"/>
          </p:cNvSpPr>
          <p:nvPr userDrawn="1"/>
        </p:nvSpPr>
        <p:spPr bwMode="auto">
          <a:xfrm>
            <a:off x="7970839"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4"/>
          <p:cNvSpPr>
            <a:spLocks/>
          </p:cNvSpPr>
          <p:nvPr userDrawn="1"/>
        </p:nvSpPr>
        <p:spPr bwMode="auto">
          <a:xfrm>
            <a:off x="8021638" y="800100"/>
            <a:ext cx="44450"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5"/>
          <p:cNvSpPr>
            <a:spLocks/>
          </p:cNvSpPr>
          <p:nvPr userDrawn="1"/>
        </p:nvSpPr>
        <p:spPr bwMode="auto">
          <a:xfrm>
            <a:off x="8072439" y="800100"/>
            <a:ext cx="44450"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6"/>
          <p:cNvSpPr>
            <a:spLocks noEditPoints="1"/>
          </p:cNvSpPr>
          <p:nvPr userDrawn="1"/>
        </p:nvSpPr>
        <p:spPr bwMode="auto">
          <a:xfrm>
            <a:off x="8126414" y="796927"/>
            <a:ext cx="5080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7"/>
          <p:cNvSpPr>
            <a:spLocks/>
          </p:cNvSpPr>
          <p:nvPr userDrawn="1"/>
        </p:nvSpPr>
        <p:spPr bwMode="auto">
          <a:xfrm>
            <a:off x="8186739"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8"/>
          <p:cNvSpPr>
            <a:spLocks/>
          </p:cNvSpPr>
          <p:nvPr userDrawn="1"/>
        </p:nvSpPr>
        <p:spPr bwMode="auto">
          <a:xfrm>
            <a:off x="82311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9"/>
          <p:cNvSpPr>
            <a:spLocks/>
          </p:cNvSpPr>
          <p:nvPr userDrawn="1"/>
        </p:nvSpPr>
        <p:spPr bwMode="auto">
          <a:xfrm>
            <a:off x="8247064" y="796927"/>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30"/>
          <p:cNvSpPr>
            <a:spLocks/>
          </p:cNvSpPr>
          <p:nvPr userDrawn="1"/>
        </p:nvSpPr>
        <p:spPr bwMode="auto">
          <a:xfrm>
            <a:off x="8329614" y="800100"/>
            <a:ext cx="41275"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31"/>
          <p:cNvSpPr>
            <a:spLocks/>
          </p:cNvSpPr>
          <p:nvPr userDrawn="1"/>
        </p:nvSpPr>
        <p:spPr bwMode="auto">
          <a:xfrm>
            <a:off x="8386764" y="800100"/>
            <a:ext cx="41275"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32"/>
          <p:cNvSpPr>
            <a:spLocks/>
          </p:cNvSpPr>
          <p:nvPr userDrawn="1"/>
        </p:nvSpPr>
        <p:spPr bwMode="auto">
          <a:xfrm>
            <a:off x="8440739"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33"/>
          <p:cNvSpPr>
            <a:spLocks/>
          </p:cNvSpPr>
          <p:nvPr userDrawn="1"/>
        </p:nvSpPr>
        <p:spPr bwMode="auto">
          <a:xfrm>
            <a:off x="8459789" y="800100"/>
            <a:ext cx="5080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4"/>
          <p:cNvSpPr>
            <a:spLocks/>
          </p:cNvSpPr>
          <p:nvPr userDrawn="1"/>
        </p:nvSpPr>
        <p:spPr bwMode="auto">
          <a:xfrm>
            <a:off x="8516938" y="800100"/>
            <a:ext cx="38100"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5"/>
          <p:cNvSpPr>
            <a:spLocks noEditPoints="1"/>
          </p:cNvSpPr>
          <p:nvPr userDrawn="1"/>
        </p:nvSpPr>
        <p:spPr bwMode="auto">
          <a:xfrm>
            <a:off x="8567739"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6"/>
          <p:cNvSpPr>
            <a:spLocks/>
          </p:cNvSpPr>
          <p:nvPr userDrawn="1"/>
        </p:nvSpPr>
        <p:spPr bwMode="auto">
          <a:xfrm>
            <a:off x="8615364" y="796927"/>
            <a:ext cx="44450"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7"/>
          <p:cNvSpPr>
            <a:spLocks/>
          </p:cNvSpPr>
          <p:nvPr userDrawn="1"/>
        </p:nvSpPr>
        <p:spPr bwMode="auto">
          <a:xfrm>
            <a:off x="8669339"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8"/>
          <p:cNvSpPr>
            <a:spLocks/>
          </p:cNvSpPr>
          <p:nvPr userDrawn="1"/>
        </p:nvSpPr>
        <p:spPr bwMode="auto">
          <a:xfrm>
            <a:off x="8688389" y="800100"/>
            <a:ext cx="85725" cy="50800"/>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9"/>
          <p:cNvSpPr>
            <a:spLocks/>
          </p:cNvSpPr>
          <p:nvPr userDrawn="1"/>
        </p:nvSpPr>
        <p:spPr bwMode="auto">
          <a:xfrm>
            <a:off x="8482014" y="371477"/>
            <a:ext cx="292100" cy="365125"/>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40"/>
          <p:cNvSpPr>
            <a:spLocks/>
          </p:cNvSpPr>
          <p:nvPr userDrawn="1"/>
        </p:nvSpPr>
        <p:spPr bwMode="auto">
          <a:xfrm>
            <a:off x="8094663" y="365127"/>
            <a:ext cx="336550" cy="371475"/>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41"/>
          <p:cNvSpPr>
            <a:spLocks noEditPoints="1"/>
          </p:cNvSpPr>
          <p:nvPr userDrawn="1"/>
        </p:nvSpPr>
        <p:spPr bwMode="auto">
          <a:xfrm>
            <a:off x="7758114" y="371477"/>
            <a:ext cx="330200" cy="358775"/>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Title 1"/>
          <p:cNvSpPr>
            <a:spLocks noGrp="1"/>
          </p:cNvSpPr>
          <p:nvPr>
            <p:ph type="title" hasCustomPrompt="1"/>
          </p:nvPr>
        </p:nvSpPr>
        <p:spPr>
          <a:xfrm>
            <a:off x="440871" y="1070543"/>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2" y="1751359"/>
            <a:ext cx="8284029" cy="3954411"/>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310181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with no logo">
    <p:spTree>
      <p:nvGrpSpPr>
        <p:cNvPr id="1" name=""/>
        <p:cNvGrpSpPr/>
        <p:nvPr/>
      </p:nvGrpSpPr>
      <p:grpSpPr>
        <a:xfrm>
          <a:off x="0" y="0"/>
          <a:ext cx="0" cy="0"/>
          <a:chOff x="0" y="0"/>
          <a:chExt cx="0" cy="0"/>
        </a:xfrm>
      </p:grpSpPr>
      <p:sp>
        <p:nvSpPr>
          <p:cNvPr id="6" name="AutoShape 3"/>
          <p:cNvSpPr>
            <a:spLocks noChangeAspect="1" noChangeArrowheads="1" noTextEdit="1"/>
          </p:cNvSpPr>
          <p:nvPr userDrawn="1"/>
        </p:nvSpPr>
        <p:spPr bwMode="auto">
          <a:xfrm>
            <a:off x="1589" y="0"/>
            <a:ext cx="9140825"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9"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2"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Rectangle 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itle 1"/>
          <p:cNvSpPr>
            <a:spLocks noGrp="1"/>
          </p:cNvSpPr>
          <p:nvPr>
            <p:ph type="title" hasCustomPrompt="1"/>
          </p:nvPr>
        </p:nvSpPr>
        <p:spPr>
          <a:xfrm>
            <a:off x="440871" y="1070543"/>
            <a:ext cx="6733042" cy="427040"/>
          </a:xfrm>
        </p:spPr>
        <p:txBody>
          <a:bodyPr>
            <a:spAutoFit/>
          </a:bodyPr>
          <a:lstStyle>
            <a:lvl1pPr>
              <a:lnSpc>
                <a:spcPct val="100000"/>
              </a:lnSpc>
              <a:defRPr sz="217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2" y="1751359"/>
            <a:ext cx="8284029" cy="3954411"/>
          </a:xfrm>
        </p:spPr>
        <p:txBody>
          <a:bodyPr>
            <a:normAutofit/>
          </a:bodyPr>
          <a:lstStyle>
            <a:lvl1pPr marL="0" indent="0">
              <a:lnSpc>
                <a:spcPct val="100000"/>
              </a:lnSpc>
              <a:buNone/>
              <a:defRPr sz="1425">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290082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useBgFill="1">
        <p:nvSpPr>
          <p:cNvPr id="4" name="Rounded Rectangle 3"/>
          <p:cNvSpPr/>
          <p:nvPr/>
        </p:nvSpPr>
        <p:spPr bwMode="white">
          <a:xfrm>
            <a:off x="5410203" y="3962401"/>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useBgFill="1">
        <p:nvSpPr>
          <p:cNvPr id="5" name="Rounded Rectangle 4"/>
          <p:cNvSpPr/>
          <p:nvPr/>
        </p:nvSpPr>
        <p:spPr bwMode="white">
          <a:xfrm>
            <a:off x="7377113" y="4060827"/>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6" name="Rectangle 5"/>
          <p:cNvSpPr/>
          <p:nvPr/>
        </p:nvSpPr>
        <p:spPr>
          <a:xfrm>
            <a:off x="0" y="3962403"/>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7" name="Rectangle 6"/>
          <p:cNvSpPr/>
          <p:nvPr/>
        </p:nvSpPr>
        <p:spPr>
          <a:xfrm>
            <a:off x="0" y="3970340"/>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8" name="Rectangle 7"/>
          <p:cNvSpPr/>
          <p:nvPr userDrawn="1"/>
        </p:nvSpPr>
        <p:spPr>
          <a:xfrm>
            <a:off x="0" y="1"/>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980" dirty="0">
              <a:latin typeface="Arial"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44804" indent="0" algn="ctr">
              <a:buNone/>
              <a:defRPr sz="2400">
                <a:solidFill>
                  <a:schemeClr val="accent3">
                    <a:lumMod val="75000"/>
                  </a:schemeClr>
                </a:solidFill>
              </a:defRPr>
            </a:lvl1pPr>
            <a:lvl2pPr marL="320029" indent="0" algn="ctr">
              <a:buNone/>
            </a:lvl2pPr>
            <a:lvl3pPr marL="640058" indent="0" algn="ctr">
              <a:buNone/>
            </a:lvl3pPr>
            <a:lvl4pPr marL="960086" indent="0" algn="ctr">
              <a:buNone/>
            </a:lvl4pPr>
            <a:lvl5pPr marL="1280114" indent="0" algn="ctr">
              <a:buNone/>
            </a:lvl5pPr>
            <a:lvl6pPr marL="1600143" indent="0" algn="ctr">
              <a:buNone/>
            </a:lvl6pPr>
            <a:lvl7pPr marL="1920172" indent="0" algn="ctr">
              <a:buNone/>
            </a:lvl7pPr>
            <a:lvl8pPr marL="2240200" indent="0" algn="ctr">
              <a:buNone/>
            </a:lvl8pPr>
            <a:lvl9pPr marL="2560229"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6"/>
            <a:ext cx="2667000" cy="3688497"/>
          </a:xfrm>
          <a:prstGeom prst="rect">
            <a:avLst/>
          </a:prstGeom>
          <a:noFill/>
          <a:ln w="9525">
            <a:noFill/>
            <a:miter lim="800000"/>
            <a:headEnd/>
            <a:tailEnd/>
          </a:ln>
        </p:spPr>
      </p:pic>
    </p:spTree>
    <p:extLst>
      <p:ext uri="{BB962C8B-B14F-4D97-AF65-F5344CB8AC3E}">
        <p14:creationId xmlns:p14="http://schemas.microsoft.com/office/powerpoint/2010/main" val="4063723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044308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030808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034823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115852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378227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539527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628924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8290357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194108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040020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458186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962635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146738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253856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7793930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4096861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3792428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9996481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8146449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980330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7081733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8506696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1142861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7508220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2387385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3427840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2420219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4961567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29383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8314836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373352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6685724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3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778183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651297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3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0322895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3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8833237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3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8184248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4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5482713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2952404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4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8398921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4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2364886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1030303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4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6253385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4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0215102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7209851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4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9390269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4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1612085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5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3498615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011163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5979002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5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0780702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5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422362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5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499131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4970205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5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19235261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5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22446957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5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6051283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6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8215733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6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5653977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6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032950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6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5022148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6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46945311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6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2851284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6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4695019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6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29063251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6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4365640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6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33463921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6665527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7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1"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6"/>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5" y="6487632"/>
            <a:ext cx="11423745" cy="90835"/>
          </a:xfrm>
          <a:prstGeom prst="rect">
            <a:avLst/>
          </a:prstGeom>
        </p:spPr>
      </p:pic>
      <p:sp>
        <p:nvSpPr>
          <p:cNvPr id="2" name="Footer Placeholder 1"/>
          <p:cNvSpPr>
            <a:spLocks noGrp="1"/>
          </p:cNvSpPr>
          <p:nvPr>
            <p:ph type="ftr" sz="quarter" idx="10"/>
          </p:nvPr>
        </p:nvSpPr>
        <p:spPr>
          <a:xfrm>
            <a:off x="1597685" y="6578467"/>
            <a:ext cx="6781693" cy="161583"/>
          </a:xfrm>
        </p:spPr>
        <p:txBody>
          <a:bodyPr/>
          <a:lstStyle>
            <a:lvl1pPr>
              <a:defRPr sz="45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80" y="6324602"/>
            <a:ext cx="1439449" cy="442907"/>
          </a:xfrm>
          <a:prstGeom prst="rect">
            <a:avLst/>
          </a:prstGeom>
        </p:spPr>
      </p:pic>
    </p:spTree>
    <p:extLst>
      <p:ext uri="{BB962C8B-B14F-4D97-AF65-F5344CB8AC3E}">
        <p14:creationId xmlns:p14="http://schemas.microsoft.com/office/powerpoint/2010/main" val="31623145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67"/>
        <p:cNvGrpSpPr/>
        <p:nvPr/>
      </p:nvGrpSpPr>
      <p:grpSpPr>
        <a:xfrm>
          <a:off x="0" y="0"/>
          <a:ext cx="0" cy="0"/>
          <a:chOff x="0" y="0"/>
          <a:chExt cx="0" cy="0"/>
        </a:xfrm>
      </p:grpSpPr>
      <p:sp>
        <p:nvSpPr>
          <p:cNvPr id="68" name="Google Shape;68;p8"/>
          <p:cNvSpPr txBox="1">
            <a:spLocks noGrp="1"/>
          </p:cNvSpPr>
          <p:nvPr>
            <p:ph type="title"/>
          </p:nvPr>
        </p:nvSpPr>
        <p:spPr>
          <a:xfrm>
            <a:off x="305925" y="226835"/>
            <a:ext cx="8229600" cy="796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E67032"/>
              </a:buClr>
              <a:buSzPts val="3000"/>
              <a:buFont typeface="Calibri"/>
              <a:buNone/>
              <a:defRPr sz="2250" b="1">
                <a:solidFill>
                  <a:srgbClr val="E67032"/>
                </a:solidFill>
              </a:defRPr>
            </a:lvl1pPr>
            <a:lvl2pPr lvl="1" rtl="0">
              <a:spcBef>
                <a:spcPts val="0"/>
              </a:spcBef>
              <a:spcAft>
                <a:spcPts val="0"/>
              </a:spcAft>
              <a:buClr>
                <a:srgbClr val="E67032"/>
              </a:buClr>
              <a:buSzPts val="3000"/>
              <a:buNone/>
              <a:defRPr sz="2250" b="1">
                <a:solidFill>
                  <a:srgbClr val="E67032"/>
                </a:solidFill>
              </a:defRPr>
            </a:lvl2pPr>
            <a:lvl3pPr lvl="2" rtl="0">
              <a:spcBef>
                <a:spcPts val="0"/>
              </a:spcBef>
              <a:spcAft>
                <a:spcPts val="0"/>
              </a:spcAft>
              <a:buClr>
                <a:srgbClr val="E67032"/>
              </a:buClr>
              <a:buSzPts val="3000"/>
              <a:buNone/>
              <a:defRPr sz="2250" b="1">
                <a:solidFill>
                  <a:srgbClr val="E67032"/>
                </a:solidFill>
              </a:defRPr>
            </a:lvl3pPr>
            <a:lvl4pPr lvl="3" rtl="0">
              <a:spcBef>
                <a:spcPts val="0"/>
              </a:spcBef>
              <a:spcAft>
                <a:spcPts val="0"/>
              </a:spcAft>
              <a:buClr>
                <a:srgbClr val="E67032"/>
              </a:buClr>
              <a:buSzPts val="3000"/>
              <a:buNone/>
              <a:defRPr sz="2250" b="1">
                <a:solidFill>
                  <a:srgbClr val="E67032"/>
                </a:solidFill>
              </a:defRPr>
            </a:lvl4pPr>
            <a:lvl5pPr lvl="4" rtl="0">
              <a:spcBef>
                <a:spcPts val="0"/>
              </a:spcBef>
              <a:spcAft>
                <a:spcPts val="0"/>
              </a:spcAft>
              <a:buClr>
                <a:srgbClr val="E67032"/>
              </a:buClr>
              <a:buSzPts val="3000"/>
              <a:buNone/>
              <a:defRPr sz="2250" b="1">
                <a:solidFill>
                  <a:srgbClr val="E67032"/>
                </a:solidFill>
              </a:defRPr>
            </a:lvl5pPr>
            <a:lvl6pPr lvl="5" rtl="0">
              <a:spcBef>
                <a:spcPts val="0"/>
              </a:spcBef>
              <a:spcAft>
                <a:spcPts val="0"/>
              </a:spcAft>
              <a:buClr>
                <a:srgbClr val="E67032"/>
              </a:buClr>
              <a:buSzPts val="3000"/>
              <a:buNone/>
              <a:defRPr sz="2250" b="1">
                <a:solidFill>
                  <a:srgbClr val="E67032"/>
                </a:solidFill>
              </a:defRPr>
            </a:lvl6pPr>
            <a:lvl7pPr lvl="6" rtl="0">
              <a:spcBef>
                <a:spcPts val="0"/>
              </a:spcBef>
              <a:spcAft>
                <a:spcPts val="0"/>
              </a:spcAft>
              <a:buClr>
                <a:srgbClr val="E67032"/>
              </a:buClr>
              <a:buSzPts val="3000"/>
              <a:buNone/>
              <a:defRPr sz="2250" b="1">
                <a:solidFill>
                  <a:srgbClr val="E67032"/>
                </a:solidFill>
              </a:defRPr>
            </a:lvl7pPr>
            <a:lvl8pPr lvl="7" rtl="0">
              <a:spcBef>
                <a:spcPts val="0"/>
              </a:spcBef>
              <a:spcAft>
                <a:spcPts val="0"/>
              </a:spcAft>
              <a:buClr>
                <a:srgbClr val="E67032"/>
              </a:buClr>
              <a:buSzPts val="3000"/>
              <a:buNone/>
              <a:defRPr sz="2250" b="1">
                <a:solidFill>
                  <a:srgbClr val="E67032"/>
                </a:solidFill>
              </a:defRPr>
            </a:lvl8pPr>
            <a:lvl9pPr lvl="8" rtl="0">
              <a:spcBef>
                <a:spcPts val="0"/>
              </a:spcBef>
              <a:spcAft>
                <a:spcPts val="0"/>
              </a:spcAft>
              <a:buClr>
                <a:srgbClr val="E67032"/>
              </a:buClr>
              <a:buSzPts val="3000"/>
              <a:buNone/>
              <a:defRPr sz="2250" b="1">
                <a:solidFill>
                  <a:srgbClr val="E67032"/>
                </a:solidFill>
              </a:defRPr>
            </a:lvl9pPr>
          </a:lstStyle>
          <a:p>
            <a:endParaRPr/>
          </a:p>
        </p:txBody>
      </p:sp>
      <p:sp>
        <p:nvSpPr>
          <p:cNvPr id="69" name="Google Shape;69;p8"/>
          <p:cNvSpPr txBox="1">
            <a:spLocks noGrp="1"/>
          </p:cNvSpPr>
          <p:nvPr>
            <p:ph type="body" idx="1"/>
          </p:nvPr>
        </p:nvSpPr>
        <p:spPr>
          <a:xfrm>
            <a:off x="457200" y="1600200"/>
            <a:ext cx="8229600" cy="4526000"/>
          </a:xfrm>
          <a:prstGeom prst="rect">
            <a:avLst/>
          </a:prstGeom>
          <a:noFill/>
          <a:ln>
            <a:noFill/>
          </a:ln>
        </p:spPr>
        <p:txBody>
          <a:bodyPr spcFirstLastPara="1" wrap="square" lIns="91425" tIns="91425" rIns="91425" bIns="91425" anchor="t" anchorCtr="0">
            <a:noAutofit/>
          </a:bodyPr>
          <a:lstStyle>
            <a:lvl1pPr marL="342900" lvl="0" indent="-257175" algn="l" rtl="0">
              <a:spcBef>
                <a:spcPts val="480"/>
              </a:spcBef>
              <a:spcAft>
                <a:spcPts val="0"/>
              </a:spcAft>
              <a:buClr>
                <a:schemeClr val="dk1"/>
              </a:buClr>
              <a:buSzPts val="1800"/>
              <a:buFont typeface="Arial"/>
              <a:buChar char="•"/>
              <a:defRPr/>
            </a:lvl1pPr>
            <a:lvl2pPr marL="685800" lvl="1" indent="-257175" algn="l" rtl="0">
              <a:spcBef>
                <a:spcPts val="420"/>
              </a:spcBef>
              <a:spcAft>
                <a:spcPts val="0"/>
              </a:spcAft>
              <a:buClr>
                <a:schemeClr val="dk1"/>
              </a:buClr>
              <a:buSzPts val="1800"/>
              <a:buFont typeface="Arial"/>
              <a:buChar char="–"/>
              <a:defRPr/>
            </a:lvl2pPr>
            <a:lvl3pPr marL="1028700" lvl="2" indent="-257175" algn="l" rtl="0">
              <a:spcBef>
                <a:spcPts val="360"/>
              </a:spcBef>
              <a:spcAft>
                <a:spcPts val="0"/>
              </a:spcAft>
              <a:buClr>
                <a:schemeClr val="dk1"/>
              </a:buClr>
              <a:buSzPts val="1800"/>
              <a:buFont typeface="Arial"/>
              <a:buChar char="•"/>
              <a:defRPr/>
            </a:lvl3pPr>
            <a:lvl4pPr marL="1371600" lvl="3" indent="-257175" algn="l" rtl="0">
              <a:spcBef>
                <a:spcPts val="300"/>
              </a:spcBef>
              <a:spcAft>
                <a:spcPts val="0"/>
              </a:spcAft>
              <a:buClr>
                <a:schemeClr val="dk1"/>
              </a:buClr>
              <a:buSzPts val="1800"/>
              <a:buFont typeface="Arial"/>
              <a:buChar char="–"/>
              <a:defRPr/>
            </a:lvl4pPr>
            <a:lvl5pPr marL="1714500" lvl="4" indent="-257175" algn="l" rtl="0">
              <a:spcBef>
                <a:spcPts val="300"/>
              </a:spcBef>
              <a:spcAft>
                <a:spcPts val="0"/>
              </a:spcAft>
              <a:buClr>
                <a:schemeClr val="dk1"/>
              </a:buClr>
              <a:buSzPts val="1800"/>
              <a:buFont typeface="Arial"/>
              <a:buChar char="»"/>
              <a:defRPr/>
            </a:lvl5pPr>
            <a:lvl6pPr marL="2057400" lvl="5" indent="-257175" algn="l" rtl="0">
              <a:spcBef>
                <a:spcPts val="300"/>
              </a:spcBef>
              <a:spcAft>
                <a:spcPts val="0"/>
              </a:spcAft>
              <a:buClr>
                <a:schemeClr val="dk1"/>
              </a:buClr>
              <a:buSzPts val="1800"/>
              <a:buFont typeface="Arial"/>
              <a:buChar char="•"/>
              <a:defRPr/>
            </a:lvl6pPr>
            <a:lvl7pPr marL="2400300" lvl="6" indent="-257175" algn="l" rtl="0">
              <a:spcBef>
                <a:spcPts val="300"/>
              </a:spcBef>
              <a:spcAft>
                <a:spcPts val="0"/>
              </a:spcAft>
              <a:buClr>
                <a:schemeClr val="dk1"/>
              </a:buClr>
              <a:buSzPts val="1800"/>
              <a:buFont typeface="Arial"/>
              <a:buChar char="•"/>
              <a:defRPr/>
            </a:lvl7pPr>
            <a:lvl8pPr marL="2743200" lvl="7" indent="-257175" algn="l" rtl="0">
              <a:spcBef>
                <a:spcPts val="300"/>
              </a:spcBef>
              <a:spcAft>
                <a:spcPts val="0"/>
              </a:spcAft>
              <a:buClr>
                <a:schemeClr val="dk1"/>
              </a:buClr>
              <a:buSzPts val="1800"/>
              <a:buFont typeface="Arial"/>
              <a:buChar char="•"/>
              <a:defRPr/>
            </a:lvl8pPr>
            <a:lvl9pPr marL="3086100" lvl="8" indent="-257175" algn="l" rtl="0">
              <a:spcBef>
                <a:spcPts val="300"/>
              </a:spcBef>
              <a:spcAft>
                <a:spcPts val="0"/>
              </a:spcAft>
              <a:buClr>
                <a:schemeClr val="dk1"/>
              </a:buClr>
              <a:buSzPts val="1800"/>
              <a:buFont typeface="Arial"/>
              <a:buChar char="•"/>
              <a:defRPr/>
            </a:lvl9pPr>
          </a:lstStyle>
          <a:p>
            <a:endParaRPr/>
          </a:p>
        </p:txBody>
      </p:sp>
      <p:sp>
        <p:nvSpPr>
          <p:cNvPr id="70" name="Google Shape;70;p8"/>
          <p:cNvSpPr txBox="1">
            <a:spLocks noGrp="1"/>
          </p:cNvSpPr>
          <p:nvPr>
            <p:ph type="dt" idx="10"/>
          </p:nvPr>
        </p:nvSpPr>
        <p:spPr>
          <a:xfrm>
            <a:off x="457200" y="6356351"/>
            <a:ext cx="2133600" cy="365200"/>
          </a:xfrm>
          <a:prstGeom prst="rect">
            <a:avLst/>
          </a:prstGeom>
          <a:noFill/>
          <a:ln>
            <a:noFill/>
          </a:ln>
        </p:spPr>
        <p:txBody>
          <a:bodyPr spcFirstLastPara="1" wrap="square" lIns="91425" tIns="91425" rIns="91425" bIns="91425" anchor="ctr" anchorCtr="0">
            <a:noAutofit/>
          </a:bodyPr>
          <a:lstStyle>
            <a:lvl1pPr marL="0" marR="0" lvl="0" indent="-66675" algn="l" rtl="0">
              <a:spcBef>
                <a:spcPts val="0"/>
              </a:spcBef>
              <a:spcAft>
                <a:spcPts val="0"/>
              </a:spcAft>
              <a:buSzPts val="1400"/>
              <a:buChar char="●"/>
              <a:defRPr/>
            </a:lvl1pPr>
            <a:lvl2pPr marL="342900" marR="0" lvl="1" indent="-66675" algn="l" rtl="0">
              <a:spcBef>
                <a:spcPts val="0"/>
              </a:spcBef>
              <a:spcAft>
                <a:spcPts val="0"/>
              </a:spcAft>
              <a:buSzPts val="1400"/>
              <a:buChar char="○"/>
              <a:defRPr/>
            </a:lvl2pPr>
            <a:lvl3pPr marL="685800" marR="0" lvl="2" indent="-66675" algn="l" rtl="0">
              <a:spcBef>
                <a:spcPts val="0"/>
              </a:spcBef>
              <a:spcAft>
                <a:spcPts val="0"/>
              </a:spcAft>
              <a:buSzPts val="1400"/>
              <a:buChar char="■"/>
              <a:defRPr/>
            </a:lvl3pPr>
            <a:lvl4pPr marL="1028700" marR="0" lvl="3" indent="-66675" algn="l" rtl="0">
              <a:spcBef>
                <a:spcPts val="0"/>
              </a:spcBef>
              <a:spcAft>
                <a:spcPts val="0"/>
              </a:spcAft>
              <a:buSzPts val="1400"/>
              <a:buChar char="●"/>
              <a:defRPr/>
            </a:lvl4pPr>
            <a:lvl5pPr marL="1371600" marR="0" lvl="4" indent="-66675" algn="l" rtl="0">
              <a:spcBef>
                <a:spcPts val="0"/>
              </a:spcBef>
              <a:spcAft>
                <a:spcPts val="0"/>
              </a:spcAft>
              <a:buSzPts val="1400"/>
              <a:buChar char="○"/>
              <a:defRPr/>
            </a:lvl5pPr>
            <a:lvl6pPr marL="1714500" marR="0" lvl="5" indent="-66675" algn="l" rtl="0">
              <a:spcBef>
                <a:spcPts val="0"/>
              </a:spcBef>
              <a:spcAft>
                <a:spcPts val="0"/>
              </a:spcAft>
              <a:buSzPts val="1400"/>
              <a:buChar char="■"/>
              <a:defRPr/>
            </a:lvl6pPr>
            <a:lvl7pPr marL="2057400" marR="0" lvl="6" indent="-66675" algn="l" rtl="0">
              <a:spcBef>
                <a:spcPts val="0"/>
              </a:spcBef>
              <a:spcAft>
                <a:spcPts val="0"/>
              </a:spcAft>
              <a:buSzPts val="1400"/>
              <a:buChar char="●"/>
              <a:defRPr/>
            </a:lvl7pPr>
            <a:lvl8pPr marL="2400300" marR="0" lvl="7" indent="-66675" algn="l" rtl="0">
              <a:spcBef>
                <a:spcPts val="0"/>
              </a:spcBef>
              <a:spcAft>
                <a:spcPts val="0"/>
              </a:spcAft>
              <a:buSzPts val="1400"/>
              <a:buChar char="○"/>
              <a:defRPr/>
            </a:lvl8pPr>
            <a:lvl9pPr marL="2743200" marR="0" lvl="8" indent="-66675" algn="l" rtl="0">
              <a:spcBef>
                <a:spcPts val="0"/>
              </a:spcBef>
              <a:spcAft>
                <a:spcPts val="0"/>
              </a:spcAft>
              <a:buSzPts val="1400"/>
              <a:buChar char="■"/>
              <a:defRPr/>
            </a:lvl9pPr>
          </a:lstStyle>
          <a:p>
            <a:endParaRPr/>
          </a:p>
        </p:txBody>
      </p:sp>
      <p:sp>
        <p:nvSpPr>
          <p:cNvPr id="71" name="Google Shape;71;p8"/>
          <p:cNvSpPr txBox="1">
            <a:spLocks noGrp="1"/>
          </p:cNvSpPr>
          <p:nvPr>
            <p:ph type="ftr" idx="11"/>
          </p:nvPr>
        </p:nvSpPr>
        <p:spPr>
          <a:xfrm>
            <a:off x="3124200" y="6356351"/>
            <a:ext cx="2895600" cy="365200"/>
          </a:xfrm>
          <a:prstGeom prst="rect">
            <a:avLst/>
          </a:prstGeom>
          <a:noFill/>
          <a:ln>
            <a:noFill/>
          </a:ln>
        </p:spPr>
        <p:txBody>
          <a:bodyPr spcFirstLastPara="1" wrap="square" lIns="91425" tIns="91425" rIns="91425" bIns="91425" anchor="ctr" anchorCtr="0">
            <a:noAutofit/>
          </a:bodyPr>
          <a:lstStyle>
            <a:lvl1pPr marL="0" marR="0" lvl="0" indent="-66675" algn="ctr" rtl="0">
              <a:spcBef>
                <a:spcPts val="0"/>
              </a:spcBef>
              <a:spcAft>
                <a:spcPts val="0"/>
              </a:spcAft>
              <a:buSzPts val="1400"/>
              <a:buChar char="●"/>
              <a:defRPr/>
            </a:lvl1pPr>
            <a:lvl2pPr marL="342900" marR="0" lvl="1" indent="-66675" algn="l" rtl="0">
              <a:spcBef>
                <a:spcPts val="0"/>
              </a:spcBef>
              <a:spcAft>
                <a:spcPts val="0"/>
              </a:spcAft>
              <a:buSzPts val="1400"/>
              <a:buChar char="○"/>
              <a:defRPr/>
            </a:lvl2pPr>
            <a:lvl3pPr marL="685800" marR="0" lvl="2" indent="-66675" algn="l" rtl="0">
              <a:spcBef>
                <a:spcPts val="0"/>
              </a:spcBef>
              <a:spcAft>
                <a:spcPts val="0"/>
              </a:spcAft>
              <a:buSzPts val="1400"/>
              <a:buChar char="■"/>
              <a:defRPr/>
            </a:lvl3pPr>
            <a:lvl4pPr marL="1028700" marR="0" lvl="3" indent="-66675" algn="l" rtl="0">
              <a:spcBef>
                <a:spcPts val="0"/>
              </a:spcBef>
              <a:spcAft>
                <a:spcPts val="0"/>
              </a:spcAft>
              <a:buSzPts val="1400"/>
              <a:buChar char="●"/>
              <a:defRPr/>
            </a:lvl4pPr>
            <a:lvl5pPr marL="1371600" marR="0" lvl="4" indent="-66675" algn="l" rtl="0">
              <a:spcBef>
                <a:spcPts val="0"/>
              </a:spcBef>
              <a:spcAft>
                <a:spcPts val="0"/>
              </a:spcAft>
              <a:buSzPts val="1400"/>
              <a:buChar char="○"/>
              <a:defRPr/>
            </a:lvl5pPr>
            <a:lvl6pPr marL="1714500" marR="0" lvl="5" indent="-66675" algn="l" rtl="0">
              <a:spcBef>
                <a:spcPts val="0"/>
              </a:spcBef>
              <a:spcAft>
                <a:spcPts val="0"/>
              </a:spcAft>
              <a:buSzPts val="1400"/>
              <a:buChar char="■"/>
              <a:defRPr/>
            </a:lvl6pPr>
            <a:lvl7pPr marL="2057400" marR="0" lvl="6" indent="-66675" algn="l" rtl="0">
              <a:spcBef>
                <a:spcPts val="0"/>
              </a:spcBef>
              <a:spcAft>
                <a:spcPts val="0"/>
              </a:spcAft>
              <a:buSzPts val="1400"/>
              <a:buChar char="●"/>
              <a:defRPr/>
            </a:lvl7pPr>
            <a:lvl8pPr marL="2400300" marR="0" lvl="7" indent="-66675" algn="l" rtl="0">
              <a:spcBef>
                <a:spcPts val="0"/>
              </a:spcBef>
              <a:spcAft>
                <a:spcPts val="0"/>
              </a:spcAft>
              <a:buSzPts val="1400"/>
              <a:buChar char="○"/>
              <a:defRPr/>
            </a:lvl8pPr>
            <a:lvl9pPr marL="2743200" marR="0" lvl="8" indent="-66675" algn="l" rtl="0">
              <a:spcBef>
                <a:spcPts val="0"/>
              </a:spcBef>
              <a:spcAft>
                <a:spcPts val="0"/>
              </a:spcAft>
              <a:buSzPts val="1400"/>
              <a:buChar char="■"/>
              <a:defRPr/>
            </a:lvl9pPr>
          </a:lstStyle>
          <a:p>
            <a:r>
              <a:rPr lang="en-US"/>
              <a:t>Faculty of Business and Law | Peter Faber Business School</a:t>
            </a:r>
            <a:endParaRPr/>
          </a:p>
        </p:txBody>
      </p:sp>
      <p:sp>
        <p:nvSpPr>
          <p:cNvPr id="72" name="Google Shape;72;p8"/>
          <p:cNvSpPr txBox="1">
            <a:spLocks noGrp="1"/>
          </p:cNvSpPr>
          <p:nvPr>
            <p:ph type="sldNum" idx="12"/>
          </p:nvPr>
        </p:nvSpPr>
        <p:spPr>
          <a:xfrm>
            <a:off x="6553200" y="6356351"/>
            <a:ext cx="2133600" cy="365200"/>
          </a:xfrm>
          <a:prstGeom prst="rect">
            <a:avLst/>
          </a:prstGeom>
          <a:noFill/>
          <a:ln>
            <a:noFill/>
          </a:ln>
        </p:spPr>
        <p:txBody>
          <a:bodyPr spcFirstLastPara="1" wrap="square" lIns="91425" tIns="91425" rIns="91425" bIns="91425" anchor="ctr" anchorCtr="0">
            <a:noAutofit/>
          </a:bodyPr>
          <a:lstStyle>
            <a:lvl1pPr marL="0" marR="0" lvl="0" indent="0" algn="r" rtl="0">
              <a:buNone/>
              <a:defRPr/>
            </a:lvl1pPr>
            <a:lvl2pPr marL="0" marR="0" lvl="1" indent="0" algn="r" rtl="0">
              <a:buNone/>
              <a:defRPr/>
            </a:lvl2pPr>
            <a:lvl3pPr marL="0" marR="0" lvl="2" indent="0" algn="r" rtl="0">
              <a:buNone/>
              <a:defRPr/>
            </a:lvl3pPr>
            <a:lvl4pPr marL="0" marR="0" lvl="3" indent="0" algn="r" rtl="0">
              <a:buNone/>
              <a:defRPr/>
            </a:lvl4pPr>
            <a:lvl5pPr marL="0" marR="0" lvl="4" indent="0" algn="r" rtl="0">
              <a:buNone/>
              <a:defRPr/>
            </a:lvl5pPr>
            <a:lvl6pPr marL="0" marR="0" lvl="5" indent="0" algn="r" rtl="0">
              <a:buNone/>
              <a:defRPr/>
            </a:lvl6pPr>
            <a:lvl7pPr marL="0" marR="0" lvl="6" indent="0" algn="r" rtl="0">
              <a:buNone/>
              <a:defRPr/>
            </a:lvl7pPr>
            <a:lvl8pPr marL="0" marR="0" lvl="7" indent="0" algn="r" rtl="0">
              <a:buNone/>
              <a:defRPr/>
            </a:lvl8pPr>
            <a:lvl9pPr marL="0" marR="0" lvl="8" indent="0" algn="r" rtl="0">
              <a:buNone/>
              <a:defRPr/>
            </a:lvl9pPr>
          </a:lstStyle>
          <a:p>
            <a:pPr indent="-66675">
              <a:buSzPts val="1400"/>
              <a:buFontTx/>
              <a:buChar char="●"/>
            </a:pPr>
            <a:endParaRPr lang="en-US"/>
          </a:p>
          <a:p>
            <a:pPr marL="342900" lvl="1" indent="-66675" algn="l">
              <a:buSzPts val="1400"/>
              <a:buFontTx/>
              <a:buChar char="○"/>
            </a:pPr>
            <a:endParaRPr lang="en-US"/>
          </a:p>
          <a:p>
            <a:pPr marL="685800" lvl="2" indent="-66675" algn="l">
              <a:buSzPts val="1400"/>
              <a:buFontTx/>
              <a:buChar char="■"/>
            </a:pPr>
            <a:endParaRPr lang="en-US"/>
          </a:p>
          <a:p>
            <a:pPr marL="1028700" lvl="3" indent="-66675" algn="l">
              <a:buSzPts val="1400"/>
              <a:buFontTx/>
              <a:buChar char="●"/>
            </a:pPr>
            <a:endParaRPr lang="en-US"/>
          </a:p>
          <a:p>
            <a:pPr marL="1371600" lvl="4" indent="-66675" algn="l">
              <a:buSzPts val="1400"/>
              <a:buFontTx/>
              <a:buChar char="○"/>
            </a:pPr>
            <a:endParaRPr lang="en-US"/>
          </a:p>
          <a:p>
            <a:pPr marL="1714500" lvl="5" indent="-66675" algn="l">
              <a:buSzPts val="1400"/>
              <a:buFontTx/>
              <a:buChar char="■"/>
            </a:pPr>
            <a:endParaRPr lang="en-US"/>
          </a:p>
          <a:p>
            <a:pPr marL="2057400" lvl="6" indent="-66675" algn="l">
              <a:buSzPts val="1400"/>
              <a:buFontTx/>
              <a:buChar char="●"/>
            </a:pPr>
            <a:endParaRPr lang="en-US"/>
          </a:p>
          <a:p>
            <a:pPr marL="2400300" lvl="7" indent="-66675" algn="l">
              <a:buSzPts val="1400"/>
              <a:buFontTx/>
              <a:buChar char="○"/>
            </a:pPr>
            <a:endParaRPr lang="en-US"/>
          </a:p>
          <a:p>
            <a:pPr marL="2743200" lvl="8" indent="-66675" algn="l">
              <a:buSzPts val="1400"/>
              <a:buFontTx/>
              <a:buChar char="■"/>
            </a:pPr>
            <a:endParaRPr lang="en-US"/>
          </a:p>
        </p:txBody>
      </p:sp>
    </p:spTree>
    <p:extLst>
      <p:ext uri="{BB962C8B-B14F-4D97-AF65-F5344CB8AC3E}">
        <p14:creationId xmlns:p14="http://schemas.microsoft.com/office/powerpoint/2010/main" val="375926451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300082"/>
          </a:xfrm>
          <a:prstGeom prst="rect">
            <a:avLst/>
          </a:prstGeom>
        </p:spPr>
        <p:txBody>
          <a:bodyPr wrap="square" lIns="0" tIns="0" rIns="0" bIns="0">
            <a:spAutoFit/>
          </a:bodyPr>
          <a:lstStyle>
            <a:lvl1pPr>
              <a:defRPr sz="1950" b="1" i="0">
                <a:solidFill>
                  <a:srgbClr val="3C3935"/>
                </a:solidFill>
                <a:latin typeface="Arial"/>
                <a:cs typeface="Arial"/>
              </a:defRPr>
            </a:lvl1pPr>
          </a:lstStyle>
          <a:p>
            <a:endParaRPr/>
          </a:p>
        </p:txBody>
      </p:sp>
      <p:sp>
        <p:nvSpPr>
          <p:cNvPr id="3" name="Holder 3"/>
          <p:cNvSpPr>
            <a:spLocks noGrp="1"/>
          </p:cNvSpPr>
          <p:nvPr>
            <p:ph type="subTitle" idx="4"/>
          </p:nvPr>
        </p:nvSpPr>
        <p:spPr>
          <a:xfrm>
            <a:off x="1371600" y="3840481"/>
            <a:ext cx="6400800" cy="213585"/>
          </a:xfrm>
          <a:prstGeom prst="rect">
            <a:avLst/>
          </a:prstGeom>
        </p:spPr>
        <p:txBody>
          <a:bodyPr wrap="square" lIns="0" tIns="0" rIns="0" bIns="0">
            <a:spAutoFit/>
          </a:bodyPr>
          <a:lstStyle>
            <a:lvl1pPr>
              <a:defRPr sz="1388" b="0" i="0">
                <a:solidFill>
                  <a:srgbClr val="3C393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384869557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20066" y="541337"/>
            <a:ext cx="5962015" cy="300082"/>
          </a:xfrm>
        </p:spPr>
        <p:txBody>
          <a:bodyPr lIns="0" tIns="0" rIns="0" bIns="0"/>
          <a:lstStyle>
            <a:lvl1pPr>
              <a:defRPr sz="1950" b="1" i="0">
                <a:solidFill>
                  <a:srgbClr val="3C3935"/>
                </a:solidFill>
                <a:latin typeface="Arial"/>
                <a:cs typeface="Arial"/>
              </a:defRPr>
            </a:lvl1pPr>
          </a:lstStyle>
          <a:p>
            <a:endParaRPr/>
          </a:p>
        </p:txBody>
      </p:sp>
      <p:sp>
        <p:nvSpPr>
          <p:cNvPr id="3" name="Holder 3"/>
          <p:cNvSpPr>
            <a:spLocks noGrp="1"/>
          </p:cNvSpPr>
          <p:nvPr>
            <p:ph type="body" idx="1"/>
          </p:nvPr>
        </p:nvSpPr>
        <p:spPr>
          <a:xfrm>
            <a:off x="520066" y="1449141"/>
            <a:ext cx="8002905" cy="213585"/>
          </a:xfrm>
        </p:spPr>
        <p:txBody>
          <a:bodyPr lIns="0" tIns="0" rIns="0" bIns="0"/>
          <a:lstStyle>
            <a:lvl1pPr>
              <a:defRPr sz="1388" b="0" i="0">
                <a:solidFill>
                  <a:srgbClr val="3C393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10348380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20066" y="541337"/>
            <a:ext cx="5962015" cy="300082"/>
          </a:xfrm>
        </p:spPr>
        <p:txBody>
          <a:bodyPr lIns="0" tIns="0" rIns="0" bIns="0"/>
          <a:lstStyle>
            <a:lvl1pPr>
              <a:defRPr sz="1950" b="1" i="0">
                <a:solidFill>
                  <a:srgbClr val="3C3935"/>
                </a:solidFill>
                <a:latin typeface="Arial"/>
                <a:cs typeface="Arial"/>
              </a:defRPr>
            </a:lvl1pPr>
          </a:lstStyle>
          <a:p>
            <a:endParaRPr/>
          </a:p>
        </p:txBody>
      </p:sp>
      <p:sp>
        <p:nvSpPr>
          <p:cNvPr id="3" name="Holder 3"/>
          <p:cNvSpPr>
            <a:spLocks noGrp="1"/>
          </p:cNvSpPr>
          <p:nvPr>
            <p:ph sz="half" idx="2"/>
          </p:nvPr>
        </p:nvSpPr>
        <p:spPr>
          <a:xfrm>
            <a:off x="457200" y="1577340"/>
            <a:ext cx="3977640" cy="28469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8469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34368875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20066" y="541337"/>
            <a:ext cx="5962015" cy="300082"/>
          </a:xfrm>
        </p:spPr>
        <p:txBody>
          <a:bodyPr lIns="0" tIns="0" rIns="0" bIns="0"/>
          <a:lstStyle>
            <a:lvl1pPr>
              <a:defRPr sz="1950" b="1" i="0">
                <a:solidFill>
                  <a:srgbClr val="3C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236638528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148725919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810442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596" y="713233"/>
            <a:ext cx="3767469" cy="334707"/>
          </a:xfrm>
          <a:prstGeom prst="rect">
            <a:avLst/>
          </a:prstGeom>
        </p:spPr>
        <p:txBody>
          <a:bodyPr wrap="square" lIns="0" tIns="0" rIns="0" bIns="0">
            <a:spAutoFit/>
          </a:bodyPr>
          <a:lstStyle>
            <a:lvl1pPr>
              <a:defRPr sz="2175"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219291"/>
          </a:xfrm>
          <a:prstGeom prst="rect">
            <a:avLst/>
          </a:prstGeom>
        </p:spPr>
        <p:txBody>
          <a:bodyPr wrap="square" lIns="0" tIns="0" rIns="0" bIns="0">
            <a:spAutoFit/>
          </a:bodyPr>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4174563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19291"/>
          </a:xfrm>
        </p:spPr>
        <p:txBody>
          <a:bodyPr lIns="0" tIns="0" rIns="0" bIns="0"/>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8018404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3544541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65722851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235199261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oleObject" Target="../embeddings/oleObject1.bin"/><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84.xml"/><Relationship Id="rId7" Type="http://schemas.openxmlformats.org/officeDocument/2006/relationships/theme" Target="../theme/theme2.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5" Type="http://schemas.openxmlformats.org/officeDocument/2006/relationships/slideLayout" Target="../slideLayouts/slideLayout86.xml"/><Relationship Id="rId4" Type="http://schemas.openxmlformats.org/officeDocument/2006/relationships/slideLayout" Target="../slideLayouts/slideLayout8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7" Type="http://schemas.openxmlformats.org/officeDocument/2006/relationships/image" Target="../media/image9.png"/><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theme" Target="../theme/theme3.xml"/><Relationship Id="rId5" Type="http://schemas.openxmlformats.org/officeDocument/2006/relationships/slideLayout" Target="../slideLayouts/slideLayout92.xml"/><Relationship Id="rId4"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3"/>
            </p:custDataLst>
            <p:extLst>
              <p:ext uri="{D42A27DB-BD31-4B8C-83A1-F6EECF244321}">
                <p14:modId xmlns:p14="http://schemas.microsoft.com/office/powerpoint/2010/main" val="3475696465"/>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84" imgW="347" imgH="348" progId="TCLayout.ActiveDocument.1">
                  <p:embed/>
                </p:oleObj>
              </mc:Choice>
              <mc:Fallback>
                <p:oleObj name="think-cell Slide" r:id="rId84" imgW="347" imgH="348" progId="TCLayout.ActiveDocument.1">
                  <p:embed/>
                  <p:pic>
                    <p:nvPicPr>
                      <p:cNvPr id="4" name="Object 3" hidden="1"/>
                      <p:cNvPicPr/>
                      <p:nvPr/>
                    </p:nvPicPr>
                    <p:blipFill>
                      <a:blip r:embed="rId85"/>
                      <a:stretch>
                        <a:fillRect/>
                      </a:stretch>
                    </p:blipFill>
                    <p:spPr>
                      <a:xfrm>
                        <a:off x="1589" y="1590"/>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7" name="Group 4"/>
          <p:cNvGrpSpPr>
            <a:grpSpLocks noChangeAspect="1"/>
          </p:cNvGrpSpPr>
          <p:nvPr userDrawn="1"/>
        </p:nvGrpSpPr>
        <p:grpSpPr bwMode="auto">
          <a:xfrm>
            <a:off x="1589" y="0"/>
            <a:ext cx="9140825" cy="6858000"/>
            <a:chOff x="1" y="0"/>
            <a:chExt cx="5758" cy="4320"/>
          </a:xfrm>
        </p:grpSpPr>
        <p:sp>
          <p:nvSpPr>
            <p:cNvPr id="88" name="AutoShape 3"/>
            <p:cNvSpPr>
              <a:spLocks noChangeAspect="1" noChangeArrowheads="1" noTextEdit="1"/>
            </p:cNvSpPr>
            <p:nvPr userDrawn="1"/>
          </p:nvSpPr>
          <p:spPr bwMode="auto">
            <a:xfrm>
              <a:off x="1" y="0"/>
              <a:ext cx="5758" cy="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5"/>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close/>
                </a:path>
              </a:pathLst>
            </a:custGeom>
            <a:solidFill>
              <a:srgbClr val="E8E3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6"/>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7"/>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close/>
                </a:path>
              </a:pathLst>
            </a:custGeom>
            <a:solidFill>
              <a:srgbClr val="E8E3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8"/>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9"/>
            <p:cNvSpPr>
              <a:spLocks/>
            </p:cNvSpPr>
            <p:nvPr userDrawn="1"/>
          </p:nvSpPr>
          <p:spPr bwMode="auto">
            <a:xfrm>
              <a:off x="4661" y="234"/>
              <a:ext cx="182" cy="234"/>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0"/>
            <p:cNvSpPr>
              <a:spLocks/>
            </p:cNvSpPr>
            <p:nvPr userDrawn="1"/>
          </p:nvSpPr>
          <p:spPr bwMode="auto">
            <a:xfrm>
              <a:off x="4695" y="262"/>
              <a:ext cx="114" cy="150"/>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1"/>
            <p:cNvSpPr>
              <a:spLocks/>
            </p:cNvSpPr>
            <p:nvPr userDrawn="1"/>
          </p:nvSpPr>
          <p:spPr bwMode="auto">
            <a:xfrm>
              <a:off x="4711" y="294"/>
              <a:ext cx="82" cy="9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12"/>
            <p:cNvSpPr>
              <a:spLocks noEditPoints="1"/>
            </p:cNvSpPr>
            <p:nvPr userDrawn="1"/>
          </p:nvSpPr>
          <p:spPr bwMode="auto">
            <a:xfrm>
              <a:off x="4661" y="504"/>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13"/>
            <p:cNvSpPr>
              <a:spLocks/>
            </p:cNvSpPr>
            <p:nvPr userDrawn="1"/>
          </p:nvSpPr>
          <p:spPr bwMode="auto">
            <a:xfrm>
              <a:off x="4697" y="504"/>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14"/>
            <p:cNvSpPr>
              <a:spLocks/>
            </p:cNvSpPr>
            <p:nvPr userDrawn="1"/>
          </p:nvSpPr>
          <p:spPr bwMode="auto">
            <a:xfrm>
              <a:off x="4731" y="502"/>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15"/>
            <p:cNvSpPr>
              <a:spLocks/>
            </p:cNvSpPr>
            <p:nvPr userDrawn="1"/>
          </p:nvSpPr>
          <p:spPr bwMode="auto">
            <a:xfrm>
              <a:off x="4761" y="504"/>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16"/>
            <p:cNvSpPr>
              <a:spLocks noEditPoints="1"/>
            </p:cNvSpPr>
            <p:nvPr userDrawn="1"/>
          </p:nvSpPr>
          <p:spPr bwMode="auto">
            <a:xfrm>
              <a:off x="4793"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17"/>
            <p:cNvSpPr>
              <a:spLocks noEditPoints="1"/>
            </p:cNvSpPr>
            <p:nvPr userDrawn="1"/>
          </p:nvSpPr>
          <p:spPr bwMode="auto">
            <a:xfrm>
              <a:off x="4823" y="504"/>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18"/>
            <p:cNvSpPr>
              <a:spLocks/>
            </p:cNvSpPr>
            <p:nvPr userDrawn="1"/>
          </p:nvSpPr>
          <p:spPr bwMode="auto">
            <a:xfrm>
              <a:off x="4861"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19"/>
            <p:cNvSpPr>
              <a:spLocks/>
            </p:cNvSpPr>
            <p:nvPr userDrawn="1"/>
          </p:nvSpPr>
          <p:spPr bwMode="auto">
            <a:xfrm>
              <a:off x="4889"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0"/>
            <p:cNvSpPr>
              <a:spLocks noEditPoints="1"/>
            </p:cNvSpPr>
            <p:nvPr userDrawn="1"/>
          </p:nvSpPr>
          <p:spPr bwMode="auto">
            <a:xfrm>
              <a:off x="4899"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1"/>
            <p:cNvSpPr>
              <a:spLocks/>
            </p:cNvSpPr>
            <p:nvPr userDrawn="1"/>
          </p:nvSpPr>
          <p:spPr bwMode="auto">
            <a:xfrm>
              <a:off x="4939" y="504"/>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22"/>
            <p:cNvSpPr>
              <a:spLocks/>
            </p:cNvSpPr>
            <p:nvPr userDrawn="1"/>
          </p:nvSpPr>
          <p:spPr bwMode="auto">
            <a:xfrm>
              <a:off x="4989"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23"/>
            <p:cNvSpPr>
              <a:spLocks noEditPoints="1"/>
            </p:cNvSpPr>
            <p:nvPr userDrawn="1"/>
          </p:nvSpPr>
          <p:spPr bwMode="auto">
            <a:xfrm>
              <a:off x="5021"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24"/>
            <p:cNvSpPr>
              <a:spLocks/>
            </p:cNvSpPr>
            <p:nvPr userDrawn="1"/>
          </p:nvSpPr>
          <p:spPr bwMode="auto">
            <a:xfrm>
              <a:off x="5053" y="504"/>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25"/>
            <p:cNvSpPr>
              <a:spLocks/>
            </p:cNvSpPr>
            <p:nvPr userDrawn="1"/>
          </p:nvSpPr>
          <p:spPr bwMode="auto">
            <a:xfrm>
              <a:off x="5085" y="504"/>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26"/>
            <p:cNvSpPr>
              <a:spLocks noEditPoints="1"/>
            </p:cNvSpPr>
            <p:nvPr userDrawn="1"/>
          </p:nvSpPr>
          <p:spPr bwMode="auto">
            <a:xfrm>
              <a:off x="5119" y="502"/>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27"/>
            <p:cNvSpPr>
              <a:spLocks/>
            </p:cNvSpPr>
            <p:nvPr userDrawn="1"/>
          </p:nvSpPr>
          <p:spPr bwMode="auto">
            <a:xfrm>
              <a:off x="5157"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28"/>
            <p:cNvSpPr>
              <a:spLocks/>
            </p:cNvSpPr>
            <p:nvPr userDrawn="1"/>
          </p:nvSpPr>
          <p:spPr bwMode="auto">
            <a:xfrm>
              <a:off x="5185"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29"/>
            <p:cNvSpPr>
              <a:spLocks/>
            </p:cNvSpPr>
            <p:nvPr userDrawn="1"/>
          </p:nvSpPr>
          <p:spPr bwMode="auto">
            <a:xfrm>
              <a:off x="5195"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0"/>
            <p:cNvSpPr>
              <a:spLocks/>
            </p:cNvSpPr>
            <p:nvPr userDrawn="1"/>
          </p:nvSpPr>
          <p:spPr bwMode="auto">
            <a:xfrm>
              <a:off x="5247" y="504"/>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1"/>
            <p:cNvSpPr>
              <a:spLocks/>
            </p:cNvSpPr>
            <p:nvPr userDrawn="1"/>
          </p:nvSpPr>
          <p:spPr bwMode="auto">
            <a:xfrm>
              <a:off x="5283" y="504"/>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6" name="Freeform 32"/>
            <p:cNvSpPr>
              <a:spLocks/>
            </p:cNvSpPr>
            <p:nvPr userDrawn="1"/>
          </p:nvSpPr>
          <p:spPr bwMode="auto">
            <a:xfrm>
              <a:off x="5317"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33"/>
            <p:cNvSpPr>
              <a:spLocks/>
            </p:cNvSpPr>
            <p:nvPr userDrawn="1"/>
          </p:nvSpPr>
          <p:spPr bwMode="auto">
            <a:xfrm>
              <a:off x="5329" y="504"/>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8" name="Freeform 34"/>
            <p:cNvSpPr>
              <a:spLocks/>
            </p:cNvSpPr>
            <p:nvPr userDrawn="1"/>
          </p:nvSpPr>
          <p:spPr bwMode="auto">
            <a:xfrm>
              <a:off x="5365" y="504"/>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9" name="Freeform 35"/>
            <p:cNvSpPr>
              <a:spLocks noEditPoints="1"/>
            </p:cNvSpPr>
            <p:nvPr userDrawn="1"/>
          </p:nvSpPr>
          <p:spPr bwMode="auto">
            <a:xfrm>
              <a:off x="5397"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0" name="Freeform 36"/>
            <p:cNvSpPr>
              <a:spLocks/>
            </p:cNvSpPr>
            <p:nvPr userDrawn="1"/>
          </p:nvSpPr>
          <p:spPr bwMode="auto">
            <a:xfrm>
              <a:off x="5427" y="502"/>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1" name="Freeform 37"/>
            <p:cNvSpPr>
              <a:spLocks/>
            </p:cNvSpPr>
            <p:nvPr userDrawn="1"/>
          </p:nvSpPr>
          <p:spPr bwMode="auto">
            <a:xfrm>
              <a:off x="5461"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2" name="Freeform 38"/>
            <p:cNvSpPr>
              <a:spLocks/>
            </p:cNvSpPr>
            <p:nvPr userDrawn="1"/>
          </p:nvSpPr>
          <p:spPr bwMode="auto">
            <a:xfrm>
              <a:off x="5473" y="504"/>
              <a:ext cx="54" cy="32"/>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3" name="Freeform 39"/>
            <p:cNvSpPr>
              <a:spLocks/>
            </p:cNvSpPr>
            <p:nvPr userDrawn="1"/>
          </p:nvSpPr>
          <p:spPr bwMode="auto">
            <a:xfrm>
              <a:off x="5343" y="234"/>
              <a:ext cx="184" cy="230"/>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4" name="Freeform 40"/>
            <p:cNvSpPr>
              <a:spLocks/>
            </p:cNvSpPr>
            <p:nvPr userDrawn="1"/>
          </p:nvSpPr>
          <p:spPr bwMode="auto">
            <a:xfrm>
              <a:off x="5099" y="230"/>
              <a:ext cx="212" cy="234"/>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5" name="Freeform 41"/>
            <p:cNvSpPr>
              <a:spLocks noEditPoints="1"/>
            </p:cNvSpPr>
            <p:nvPr userDrawn="1"/>
          </p:nvSpPr>
          <p:spPr bwMode="auto">
            <a:xfrm>
              <a:off x="4887" y="234"/>
              <a:ext cx="208" cy="226"/>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5" name="Footer Placeholder 4"/>
          <p:cNvSpPr>
            <a:spLocks noGrp="1"/>
          </p:cNvSpPr>
          <p:nvPr>
            <p:ph type="ftr" sz="quarter" idx="3"/>
          </p:nvPr>
        </p:nvSpPr>
        <p:spPr>
          <a:xfrm>
            <a:off x="832758" y="6510473"/>
            <a:ext cx="3086100"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6" name="Slide Number Placeholder 5"/>
          <p:cNvSpPr>
            <a:spLocks noGrp="1"/>
          </p:cNvSpPr>
          <p:nvPr>
            <p:ph type="sldNum" sz="quarter" idx="4"/>
          </p:nvPr>
        </p:nvSpPr>
        <p:spPr>
          <a:xfrm>
            <a:off x="498929" y="6510473"/>
            <a:ext cx="448128" cy="207749"/>
          </a:xfrm>
          <a:prstGeom prst="rect">
            <a:avLst/>
          </a:prstGeom>
        </p:spPr>
        <p:txBody>
          <a:bodyPr wrap="square" anchor="t">
            <a:spAutoFit/>
          </a:bodyPr>
          <a:lstStyle>
            <a:lvl1pPr>
              <a:defRPr lang="en-AU" sz="75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38460180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 id="2147483714" r:id="rId48"/>
    <p:sldLayoutId id="2147483715" r:id="rId49"/>
    <p:sldLayoutId id="2147483716" r:id="rId50"/>
    <p:sldLayoutId id="2147483717" r:id="rId51"/>
    <p:sldLayoutId id="2147483718" r:id="rId52"/>
    <p:sldLayoutId id="2147483719" r:id="rId53"/>
    <p:sldLayoutId id="2147483720" r:id="rId54"/>
    <p:sldLayoutId id="2147483721" r:id="rId55"/>
    <p:sldLayoutId id="2147483722" r:id="rId56"/>
    <p:sldLayoutId id="2147483723" r:id="rId57"/>
    <p:sldLayoutId id="2147483724" r:id="rId58"/>
    <p:sldLayoutId id="2147483725" r:id="rId59"/>
    <p:sldLayoutId id="2147483726" r:id="rId60"/>
    <p:sldLayoutId id="2147483727" r:id="rId61"/>
    <p:sldLayoutId id="2147483728" r:id="rId62"/>
    <p:sldLayoutId id="2147483729" r:id="rId63"/>
    <p:sldLayoutId id="2147483730" r:id="rId64"/>
    <p:sldLayoutId id="2147483731" r:id="rId65"/>
    <p:sldLayoutId id="2147483732" r:id="rId66"/>
    <p:sldLayoutId id="2147483733" r:id="rId67"/>
    <p:sldLayoutId id="2147483734" r:id="rId68"/>
    <p:sldLayoutId id="2147483735" r:id="rId69"/>
    <p:sldLayoutId id="2147483736" r:id="rId70"/>
    <p:sldLayoutId id="2147483737" r:id="rId71"/>
    <p:sldLayoutId id="2147483738" r:id="rId72"/>
    <p:sldLayoutId id="2147483739" r:id="rId73"/>
    <p:sldLayoutId id="2147483740" r:id="rId74"/>
    <p:sldLayoutId id="2147483741" r:id="rId75"/>
    <p:sldLayoutId id="2147483742" r:id="rId76"/>
    <p:sldLayoutId id="2147483743" r:id="rId77"/>
    <p:sldLayoutId id="2147483744" r:id="rId78"/>
    <p:sldLayoutId id="2147483745" r:id="rId79"/>
    <p:sldLayoutId id="2147483746" r:id="rId80"/>
    <p:sldLayoutId id="2147483747" r:id="rId81"/>
  </p:sldLayoutIdLst>
  <p:hf hdr="0" dt="0"/>
  <p:txStyles>
    <p:titleStyle>
      <a:lvl1pPr algn="l" defTabSz="685800" rtl="0" eaLnBrk="1" latinLnBrk="0" hangingPunct="1">
        <a:lnSpc>
          <a:spcPct val="100000"/>
        </a:lnSpc>
        <a:spcBef>
          <a:spcPct val="0"/>
        </a:spcBef>
        <a:buNone/>
        <a:defRPr sz="2900" b="1" kern="1200">
          <a:solidFill>
            <a:srgbClr val="3D3935"/>
          </a:solidFill>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100000"/>
        </a:lnSpc>
        <a:spcBef>
          <a:spcPts val="750"/>
        </a:spcBef>
        <a:buClr>
          <a:srgbClr val="F2120C"/>
        </a:buClr>
        <a:buFont typeface="Arial" panose="020B0604020202020204" pitchFamily="34" charset="0"/>
        <a:buChar char="•"/>
        <a:defRPr sz="1900" kern="1200">
          <a:solidFill>
            <a:srgbClr val="3D3935"/>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Clr>
          <a:srgbClr val="F2120C"/>
        </a:buClr>
        <a:buFont typeface="Arial" panose="020B0604020202020204" pitchFamily="34" charset="0"/>
        <a:buChar char="•"/>
        <a:defRPr sz="1500" kern="1200">
          <a:solidFill>
            <a:srgbClr val="3D3935"/>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Clr>
          <a:srgbClr val="F2120C"/>
        </a:buClr>
        <a:buFont typeface="Arial" panose="020B0604020202020204" pitchFamily="34" charset="0"/>
        <a:buChar char="•"/>
        <a:defRPr sz="1350" kern="1200">
          <a:solidFill>
            <a:srgbClr val="3D3935"/>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Clr>
          <a:srgbClr val="F2120C"/>
        </a:buClr>
        <a:buFont typeface="Arial" panose="020B0604020202020204" pitchFamily="34" charset="0"/>
        <a:buChar char="•"/>
        <a:defRPr sz="1350" kern="1200">
          <a:solidFill>
            <a:srgbClr val="3D3935"/>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029200" cy="457200"/>
          </a:xfrm>
          <a:custGeom>
            <a:avLst/>
            <a:gdLst/>
            <a:ahLst/>
            <a:cxnLst/>
            <a:rect l="l" t="t" r="r" b="b"/>
            <a:pathLst>
              <a:path w="5029200" h="457200">
                <a:moveTo>
                  <a:pt x="5029200" y="0"/>
                </a:moveTo>
                <a:lnTo>
                  <a:pt x="0" y="0"/>
                </a:lnTo>
                <a:lnTo>
                  <a:pt x="0" y="457200"/>
                </a:lnTo>
                <a:lnTo>
                  <a:pt x="4568952" y="457200"/>
                </a:lnTo>
                <a:lnTo>
                  <a:pt x="5029200" y="0"/>
                </a:lnTo>
                <a:close/>
              </a:path>
            </a:pathLst>
          </a:custGeom>
          <a:solidFill>
            <a:srgbClr val="E8E2DB"/>
          </a:solidFill>
        </p:spPr>
        <p:txBody>
          <a:bodyPr wrap="square" lIns="0" tIns="0" rIns="0" bIns="0" rtlCol="0"/>
          <a:lstStyle/>
          <a:p>
            <a:endParaRPr/>
          </a:p>
        </p:txBody>
      </p:sp>
      <p:sp>
        <p:nvSpPr>
          <p:cNvPr id="17" name="bg object 17"/>
          <p:cNvSpPr/>
          <p:nvPr/>
        </p:nvSpPr>
        <p:spPr>
          <a:xfrm>
            <a:off x="4572000" y="6400800"/>
            <a:ext cx="4572000" cy="457200"/>
          </a:xfrm>
          <a:custGeom>
            <a:avLst/>
            <a:gdLst/>
            <a:ahLst/>
            <a:cxnLst/>
            <a:rect l="l" t="t" r="r" b="b"/>
            <a:pathLst>
              <a:path w="4572000" h="457200">
                <a:moveTo>
                  <a:pt x="4572000" y="0"/>
                </a:moveTo>
                <a:lnTo>
                  <a:pt x="460501" y="0"/>
                </a:lnTo>
                <a:lnTo>
                  <a:pt x="0" y="457200"/>
                </a:lnTo>
                <a:lnTo>
                  <a:pt x="4572000" y="457200"/>
                </a:lnTo>
                <a:lnTo>
                  <a:pt x="4572000" y="0"/>
                </a:lnTo>
                <a:close/>
              </a:path>
            </a:pathLst>
          </a:custGeom>
          <a:solidFill>
            <a:srgbClr val="E8E2DB"/>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7400925" y="361952"/>
            <a:ext cx="1371600" cy="485775"/>
          </a:xfrm>
          <a:prstGeom prst="rect">
            <a:avLst/>
          </a:prstGeom>
        </p:spPr>
      </p:pic>
      <p:sp>
        <p:nvSpPr>
          <p:cNvPr id="2" name="Holder 2"/>
          <p:cNvSpPr>
            <a:spLocks noGrp="1"/>
          </p:cNvSpPr>
          <p:nvPr>
            <p:ph type="title"/>
          </p:nvPr>
        </p:nvSpPr>
        <p:spPr>
          <a:xfrm>
            <a:off x="520066" y="541337"/>
            <a:ext cx="5962015" cy="400110"/>
          </a:xfrm>
          <a:prstGeom prst="rect">
            <a:avLst/>
          </a:prstGeom>
        </p:spPr>
        <p:txBody>
          <a:bodyPr wrap="square" lIns="0" tIns="0" rIns="0" bIns="0">
            <a:spAutoFit/>
          </a:bodyPr>
          <a:lstStyle>
            <a:lvl1pPr>
              <a:defRPr sz="2600" b="1" i="0">
                <a:solidFill>
                  <a:srgbClr val="3C3935"/>
                </a:solidFill>
                <a:latin typeface="Arial"/>
                <a:cs typeface="Arial"/>
              </a:defRPr>
            </a:lvl1pPr>
          </a:lstStyle>
          <a:p>
            <a:endParaRPr/>
          </a:p>
        </p:txBody>
      </p:sp>
      <p:sp>
        <p:nvSpPr>
          <p:cNvPr id="3" name="Holder 3"/>
          <p:cNvSpPr>
            <a:spLocks noGrp="1"/>
          </p:cNvSpPr>
          <p:nvPr>
            <p:ph type="body" idx="1"/>
          </p:nvPr>
        </p:nvSpPr>
        <p:spPr>
          <a:xfrm>
            <a:off x="520066" y="1449141"/>
            <a:ext cx="8002905" cy="284693"/>
          </a:xfrm>
          <a:prstGeom prst="rect">
            <a:avLst/>
          </a:prstGeom>
        </p:spPr>
        <p:txBody>
          <a:bodyPr wrap="square" lIns="0" tIns="0" rIns="0" bIns="0">
            <a:spAutoFit/>
          </a:bodyPr>
          <a:lstStyle>
            <a:lvl1pPr>
              <a:defRPr sz="1850" b="0" i="0">
                <a:solidFill>
                  <a:srgbClr val="3C3935"/>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552768" y="6564611"/>
            <a:ext cx="3723004" cy="109710"/>
          </a:xfrm>
          <a:prstGeom prst="rect">
            <a:avLst/>
          </a:prstGeom>
        </p:spPr>
        <p:txBody>
          <a:bodyPr wrap="square" lIns="0" tIns="0" rIns="0" bIns="0">
            <a:spAutoFit/>
          </a:bodyPr>
          <a:lstStyle>
            <a:lvl1pPr>
              <a:defRPr sz="713" b="0" i="0">
                <a:solidFill>
                  <a:srgbClr val="3C3935"/>
                </a:solidFill>
                <a:latin typeface="Arial"/>
                <a:cs typeface="Arial"/>
              </a:defRPr>
            </a:lvl1pPr>
          </a:lstStyle>
          <a:p>
            <a:pPr marL="28575">
              <a:spcBef>
                <a:spcPts val="23"/>
              </a:spcBef>
            </a:pPr>
            <a:fld id="{81D60167-4931-47E6-BA6A-407CBD079E47}" type="slidenum">
              <a:rPr lang="en-US" smtClean="0"/>
              <a:pPr marL="28575">
                <a:spcBef>
                  <a:spcPts val="23"/>
                </a:spcBef>
              </a:pPr>
              <a:t>‹#›</a:t>
            </a:fld>
            <a:r>
              <a:rPr lang="en-US" spc="304"/>
              <a:t> </a:t>
            </a:r>
            <a:r>
              <a:rPr lang="en-US"/>
              <a:t>|</a:t>
            </a:r>
            <a:r>
              <a:rPr lang="en-US" spc="116"/>
              <a:t>  </a:t>
            </a:r>
            <a:r>
              <a:rPr lang="en-US"/>
              <a:t>Faculty</a:t>
            </a:r>
            <a:r>
              <a:rPr lang="en-US" spc="90"/>
              <a:t> </a:t>
            </a:r>
            <a:r>
              <a:rPr lang="en-US"/>
              <a:t>of</a:t>
            </a:r>
            <a:r>
              <a:rPr lang="en-US" spc="19"/>
              <a:t> </a:t>
            </a:r>
            <a:r>
              <a:rPr lang="en-US"/>
              <a:t>Business</a:t>
            </a:r>
            <a:r>
              <a:rPr lang="en-US" spc="94"/>
              <a:t> </a:t>
            </a:r>
            <a:r>
              <a:rPr lang="en-US"/>
              <a:t>and</a:t>
            </a:r>
            <a:r>
              <a:rPr lang="en-US" spc="45"/>
              <a:t> </a:t>
            </a:r>
            <a:r>
              <a:rPr lang="en-US"/>
              <a:t>Law</a:t>
            </a:r>
            <a:r>
              <a:rPr lang="en-US" spc="34"/>
              <a:t> </a:t>
            </a:r>
            <a:r>
              <a:rPr lang="en-US"/>
              <a:t>|</a:t>
            </a:r>
            <a:r>
              <a:rPr lang="en-US" spc="101"/>
              <a:t> </a:t>
            </a:r>
            <a:r>
              <a:rPr lang="en-US"/>
              <a:t>Peter</a:t>
            </a:r>
            <a:r>
              <a:rPr lang="en-US" spc="41"/>
              <a:t> </a:t>
            </a:r>
            <a:r>
              <a:rPr lang="en-US"/>
              <a:t>Faber</a:t>
            </a:r>
            <a:r>
              <a:rPr lang="en-US" spc="41"/>
              <a:t> </a:t>
            </a:r>
            <a:r>
              <a:rPr lang="en-US"/>
              <a:t>Business</a:t>
            </a:r>
            <a:r>
              <a:rPr lang="en-US" spc="90"/>
              <a:t> </a:t>
            </a:r>
            <a:r>
              <a:rPr lang="en-US" spc="-8"/>
              <a:t>School</a:t>
            </a:r>
            <a:endParaRPr lang="en-US" spc="-8" dirty="0"/>
          </a:p>
        </p:txBody>
      </p:sp>
    </p:spTree>
    <p:extLst>
      <p:ext uri="{BB962C8B-B14F-4D97-AF65-F5344CB8AC3E}">
        <p14:creationId xmlns:p14="http://schemas.microsoft.com/office/powerpoint/2010/main" val="279389321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66" r:id="rId6"/>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sz="1350"/>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sz="1350"/>
          </a:p>
        </p:txBody>
      </p:sp>
      <p:pic>
        <p:nvPicPr>
          <p:cNvPr id="18" name="bg object 18"/>
          <p:cNvPicPr/>
          <p:nvPr/>
        </p:nvPicPr>
        <p:blipFill>
          <a:blip r:embed="rId7" cstate="print"/>
          <a:stretch>
            <a:fillRect/>
          </a:stretch>
        </p:blipFill>
        <p:spPr>
          <a:xfrm>
            <a:off x="7399338" y="365127"/>
            <a:ext cx="1374775" cy="485775"/>
          </a:xfrm>
          <a:prstGeom prst="rect">
            <a:avLst/>
          </a:prstGeom>
        </p:spPr>
      </p:pic>
      <p:sp>
        <p:nvSpPr>
          <p:cNvPr id="2" name="Holder 2"/>
          <p:cNvSpPr>
            <a:spLocks noGrp="1"/>
          </p:cNvSpPr>
          <p:nvPr>
            <p:ph type="title"/>
          </p:nvPr>
        </p:nvSpPr>
        <p:spPr>
          <a:xfrm>
            <a:off x="519610" y="713233"/>
            <a:ext cx="6553200" cy="446276"/>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92388"/>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552269" y="6556594"/>
            <a:ext cx="3729354" cy="115416"/>
          </a:xfrm>
          <a:prstGeom prst="rect">
            <a:avLst/>
          </a:prstGeom>
        </p:spPr>
        <p:txBody>
          <a:bodyPr wrap="square" lIns="0" tIns="0" rIns="0" bIns="0">
            <a:spAutoFit/>
          </a:bodyPr>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123091036"/>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3.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3.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3.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3.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3.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3.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3.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3.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3.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3.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3.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3.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3.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3.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3.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3.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3.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7.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3.xml"/></Relationships>
</file>

<file path=ppt/slides/_rels/slide63.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34.jpeg"/><Relationship Id="rId1" Type="http://schemas.openxmlformats.org/officeDocument/2006/relationships/slideLayout" Target="../slideLayouts/slideLayout8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628650" y="1066800"/>
            <a:ext cx="3280028" cy="1284958"/>
          </a:xfrm>
        </p:spPr>
        <p:txBody>
          <a:bodyPr/>
          <a:lstStyle/>
          <a:p>
            <a:r>
              <a:rPr lang="en-AU" sz="2550" dirty="0"/>
              <a:t>Preparation and Guideline for Lab 4</a:t>
            </a:r>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628650" y="4000501"/>
            <a:ext cx="2900363" cy="335756"/>
          </a:xfrm>
        </p:spPr>
        <p:txBody>
          <a:bodyPr/>
          <a:lstStyle/>
          <a:p>
            <a:r>
              <a:rPr lang="en-AU" sz="1500" b="1" dirty="0"/>
              <a:t>Week 8</a:t>
            </a:r>
          </a:p>
        </p:txBody>
      </p:sp>
      <p:sp>
        <p:nvSpPr>
          <p:cNvPr id="4" name="Subtitle 2">
            <a:extLst>
              <a:ext uri="{FF2B5EF4-FFF2-40B4-BE49-F238E27FC236}">
                <a16:creationId xmlns:a16="http://schemas.microsoft.com/office/drawing/2014/main" id="{0E70E932-4411-F845-C640-9F68C2F38075}"/>
              </a:ext>
            </a:extLst>
          </p:cNvPr>
          <p:cNvSpPr txBox="1">
            <a:spLocks/>
          </p:cNvSpPr>
          <p:nvPr/>
        </p:nvSpPr>
        <p:spPr>
          <a:xfrm>
            <a:off x="628650" y="4686301"/>
            <a:ext cx="2900363" cy="335756"/>
          </a:xfrm>
          <a:prstGeom prst="rect">
            <a:avLst/>
          </a:prstGeom>
        </p:spPr>
        <p:txBody>
          <a:bodyPr vert="horz" lIns="68580" tIns="34290" rIns="68580" bIns="34290" rtlCol="0" anchor="b">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863" kern="1200">
                <a:solidFill>
                  <a:srgbClr val="3D3935"/>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100000"/>
              </a:lnSpc>
              <a:spcBef>
                <a:spcPts val="500"/>
              </a:spcBef>
              <a:buClr>
                <a:srgbClr val="F2120C"/>
              </a:buClr>
              <a:buFont typeface="Arial" panose="020B0604020202020204" pitchFamily="34" charset="0"/>
              <a:buNone/>
              <a:defRPr sz="2000" kern="1200">
                <a:solidFill>
                  <a:srgbClr val="3D3935"/>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100000"/>
              </a:lnSpc>
              <a:spcBef>
                <a:spcPts val="500"/>
              </a:spcBef>
              <a:buClr>
                <a:srgbClr val="F2120C"/>
              </a:buClr>
              <a:buFont typeface="Arial" panose="020B0604020202020204" pitchFamily="34" charset="0"/>
              <a:buNone/>
              <a:defRPr sz="1800" kern="1200">
                <a:solidFill>
                  <a:srgbClr val="3D3935"/>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685800">
              <a:spcBef>
                <a:spcPts val="750"/>
              </a:spcBef>
            </a:pPr>
            <a:r>
              <a:rPr lang="en-AU" sz="1500" b="1" dirty="0"/>
              <a:t>Dr. Farshid Keivanian</a:t>
            </a:r>
          </a:p>
        </p:txBody>
      </p:sp>
    </p:spTree>
    <p:extLst>
      <p:ext uri="{BB962C8B-B14F-4D97-AF65-F5344CB8AC3E}">
        <p14:creationId xmlns:p14="http://schemas.microsoft.com/office/powerpoint/2010/main" val="203354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10D39-A67E-92AE-EED3-33D467C98F1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213FE8A-7320-828A-CE9F-D2385172A5DA}"/>
              </a:ext>
            </a:extLst>
          </p:cNvPr>
          <p:cNvSpPr>
            <a:spLocks noGrp="1"/>
          </p:cNvSpPr>
          <p:nvPr>
            <p:ph idx="1"/>
          </p:nvPr>
        </p:nvSpPr>
        <p:spPr>
          <a:xfrm>
            <a:off x="551793" y="1371600"/>
            <a:ext cx="8040414" cy="4495800"/>
          </a:xfrm>
        </p:spPr>
        <p:txBody>
          <a:bodyPr>
            <a:noAutofit/>
          </a:bodyPr>
          <a:lstStyle/>
          <a:p>
            <a:pPr>
              <a:lnSpc>
                <a:spcPct val="150000"/>
              </a:lnSpc>
            </a:pPr>
            <a:r>
              <a:rPr lang="en-US" sz="2800" b="0" dirty="0">
                <a:latin typeface="Calibri" panose="020F0502020204030204" pitchFamily="34" charset="0"/>
                <a:cs typeface="Calibri" panose="020F0502020204030204" pitchFamily="34" charset="0"/>
              </a:rPr>
              <a:t>This PowerPoint is an optional guide designed to support your understanding of the official Lab 4 instructions. It includes step-by-step guidance for selected tasks.</a:t>
            </a:r>
          </a:p>
          <a:p>
            <a:pPr>
              <a:lnSpc>
                <a:spcPct val="150000"/>
              </a:lnSpc>
            </a:pPr>
            <a:r>
              <a:rPr lang="en-US" sz="2800" b="0" dirty="0">
                <a:latin typeface="Calibri" panose="020F0502020204030204" pitchFamily="34" charset="0"/>
                <a:cs typeface="Calibri" panose="020F0502020204030204" pitchFamily="34" charset="0"/>
              </a:rPr>
              <a:t>Please follow the official Lab instructions and assessment requirements on Canvas when completing and submitting your work.</a:t>
            </a:r>
          </a:p>
        </p:txBody>
      </p:sp>
      <p:sp>
        <p:nvSpPr>
          <p:cNvPr id="3" name="Content Placeholder 2">
            <a:extLst>
              <a:ext uri="{FF2B5EF4-FFF2-40B4-BE49-F238E27FC236}">
                <a16:creationId xmlns:a16="http://schemas.microsoft.com/office/drawing/2014/main" id="{DC2196AF-C10D-F162-341A-D78120EFD221}"/>
              </a:ext>
            </a:extLst>
          </p:cNvPr>
          <p:cNvSpPr txBox="1">
            <a:spLocks/>
          </p:cNvSpPr>
          <p:nvPr/>
        </p:nvSpPr>
        <p:spPr>
          <a:xfrm>
            <a:off x="2353867" y="2527102"/>
            <a:ext cx="4436269" cy="2447628"/>
          </a:xfrm>
          <a:prstGeom prst="rect">
            <a:avLst/>
          </a:prstGeom>
        </p:spPr>
        <p:txBody>
          <a:bodyPr vert="horz" lIns="51435" tIns="25718" rIns="51435" bIns="25718" rtlCol="0">
            <a:normAutofit/>
          </a:bodyPr>
          <a:lstStyle>
            <a:lvl1pPr marL="228600" indent="-228600" algn="l" defTabSz="914400" rtl="0" eaLnBrk="1" latinLnBrk="0" hangingPunct="1">
              <a:lnSpc>
                <a:spcPct val="100000"/>
              </a:lnSpc>
              <a:spcBef>
                <a:spcPts val="1000"/>
              </a:spcBef>
              <a:buClr>
                <a:srgbClr val="F2120C"/>
              </a:buClr>
              <a:buFont typeface="Arial" panose="020B0604020202020204" pitchFamily="34" charset="0"/>
              <a:buChar char="•"/>
              <a:defRPr sz="2533"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eaLnBrk="0" fontAlgn="base" hangingPunct="0">
              <a:lnSpc>
                <a:spcPct val="150000"/>
              </a:lnSpc>
              <a:spcBef>
                <a:spcPct val="0"/>
              </a:spcBef>
              <a:spcAft>
                <a:spcPct val="0"/>
              </a:spcAft>
              <a:buClrTx/>
              <a:buNone/>
            </a:pPr>
            <a:endParaRPr lang="en-US" altLang="en-US" sz="1575" dirty="0">
              <a:solidFill>
                <a:prstClr val="black"/>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6635279-0318-4F1A-5A60-287BB21BB8D9}"/>
              </a:ext>
            </a:extLst>
          </p:cNvPr>
          <p:cNvSpPr>
            <a:spLocks noGrp="1"/>
          </p:cNvSpPr>
          <p:nvPr>
            <p:ph type="title"/>
          </p:nvPr>
        </p:nvSpPr>
        <p:spPr>
          <a:xfrm>
            <a:off x="10510" y="0"/>
            <a:ext cx="5915025" cy="456201"/>
          </a:xfrm>
        </p:spPr>
        <p:txBody>
          <a:bodyPr vert="horz" wrap="square" lIns="68580" tIns="34290" rIns="68580" bIns="34290" rtlCol="0" anchor="ctr">
            <a:normAutofit/>
          </a:bodyPr>
          <a:lstStyle/>
          <a:p>
            <a:r>
              <a:rPr lang="en-US" sz="2250" kern="1200" dirty="0">
                <a:latin typeface="Arial" panose="020B0604020202020204" pitchFamily="34" charset="0"/>
                <a:cs typeface="Arial" panose="020B0604020202020204" pitchFamily="34" charset="0"/>
              </a:rPr>
              <a:t>Preparation and Guideline for Lab 4</a:t>
            </a:r>
          </a:p>
        </p:txBody>
      </p:sp>
    </p:spTree>
    <p:extLst>
      <p:ext uri="{BB962C8B-B14F-4D97-AF65-F5344CB8AC3E}">
        <p14:creationId xmlns:p14="http://schemas.microsoft.com/office/powerpoint/2010/main" val="416032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BF68B-D485-EC4F-F671-450D90BAB28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E67BA49-F669-0959-82D2-5CDBF08C1F4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5C031A73-5830-5369-D637-23C99D654F54}"/>
              </a:ext>
            </a:extLst>
          </p:cNvPr>
          <p:cNvSpPr txBox="1"/>
          <p:nvPr/>
        </p:nvSpPr>
        <p:spPr>
          <a:xfrm>
            <a:off x="228600" y="1295400"/>
            <a:ext cx="8518634" cy="3903504"/>
          </a:xfrm>
          <a:prstGeom prst="rect">
            <a:avLst/>
          </a:prstGeom>
          <a:noFill/>
        </p:spPr>
        <p:txBody>
          <a:bodyPr wrap="square">
            <a:spAutoFit/>
          </a:bodyPr>
          <a:lstStyle/>
          <a:p>
            <a:pPr>
              <a:lnSpc>
                <a:spcPct val="150000"/>
              </a:lnSpc>
              <a:buNone/>
            </a:pPr>
            <a:r>
              <a:rPr lang="en-US" sz="2800" b="1" dirty="0">
                <a:latin typeface="+mj-lt"/>
              </a:rPr>
              <a:t>What are we building today?</a:t>
            </a:r>
          </a:p>
          <a:p>
            <a:pPr>
              <a:lnSpc>
                <a:spcPct val="150000"/>
              </a:lnSpc>
              <a:buNone/>
            </a:pPr>
            <a:r>
              <a:rPr lang="en-US" sz="2800" dirty="0">
                <a:latin typeface="+mj-lt"/>
              </a:rPr>
              <a:t>We start with one network:</a:t>
            </a:r>
          </a:p>
          <a:p>
            <a:pPr rtl="0">
              <a:lnSpc>
                <a:spcPct val="150000"/>
              </a:lnSpc>
              <a:buNone/>
            </a:pPr>
            <a:r>
              <a:rPr lang="en-US" sz="2800" dirty="0">
                <a:latin typeface="+mj-lt"/>
              </a:rPr>
              <a:t>192.168.0.0/24</a:t>
            </a:r>
          </a:p>
          <a:p>
            <a:pPr>
              <a:lnSpc>
                <a:spcPct val="150000"/>
              </a:lnSpc>
              <a:buNone/>
            </a:pPr>
            <a:r>
              <a:rPr lang="en-US" sz="2800" dirty="0">
                <a:latin typeface="+mj-lt"/>
              </a:rPr>
              <a:t>We need to divide it into smaller networks and then implement some of those networks in Cisco Packet Tracer.</a:t>
            </a:r>
          </a:p>
        </p:txBody>
      </p:sp>
    </p:spTree>
    <p:extLst>
      <p:ext uri="{BB962C8B-B14F-4D97-AF65-F5344CB8AC3E}">
        <p14:creationId xmlns:p14="http://schemas.microsoft.com/office/powerpoint/2010/main" val="3809106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7D7E4-E1AF-5A6B-D9F9-11F1392CCF7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4BE5CD-E5DA-C8DE-C151-3E1BA1862EA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5" name="Picture 4">
            <a:extLst>
              <a:ext uri="{FF2B5EF4-FFF2-40B4-BE49-F238E27FC236}">
                <a16:creationId xmlns:a16="http://schemas.microsoft.com/office/drawing/2014/main" id="{411577F9-6A9C-C496-6CD4-A04F88FDB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317" y="1066800"/>
            <a:ext cx="8077200" cy="4038600"/>
          </a:xfrm>
          <a:prstGeom prst="rect">
            <a:avLst/>
          </a:prstGeom>
        </p:spPr>
      </p:pic>
      <p:sp>
        <p:nvSpPr>
          <p:cNvPr id="7" name="TextBox 6">
            <a:extLst>
              <a:ext uri="{FF2B5EF4-FFF2-40B4-BE49-F238E27FC236}">
                <a16:creationId xmlns:a16="http://schemas.microsoft.com/office/drawing/2014/main" id="{14E39C7D-350A-DEB9-F5D1-01456B8CE1FF}"/>
              </a:ext>
            </a:extLst>
          </p:cNvPr>
          <p:cNvSpPr txBox="1"/>
          <p:nvPr/>
        </p:nvSpPr>
        <p:spPr>
          <a:xfrm>
            <a:off x="0" y="4861957"/>
            <a:ext cx="8975834" cy="1964512"/>
          </a:xfrm>
          <a:prstGeom prst="rect">
            <a:avLst/>
          </a:prstGeom>
          <a:noFill/>
        </p:spPr>
        <p:txBody>
          <a:bodyPr wrap="square">
            <a:spAutoFit/>
          </a:bodyPr>
          <a:lstStyle/>
          <a:p>
            <a:pPr>
              <a:lnSpc>
                <a:spcPct val="150000"/>
              </a:lnSpc>
              <a:buNone/>
            </a:pPr>
            <a:r>
              <a:rPr lang="en-US" sz="2800" dirty="0">
                <a:latin typeface="+mj-lt"/>
              </a:rPr>
              <a:t>Today we will complete Tasks 1–4 together.</a:t>
            </a:r>
          </a:p>
          <a:p>
            <a:pPr>
              <a:lnSpc>
                <a:spcPct val="150000"/>
              </a:lnSpc>
              <a:buNone/>
            </a:pPr>
            <a:r>
              <a:rPr lang="en-US" sz="2800" dirty="0">
                <a:latin typeface="+mj-lt"/>
              </a:rPr>
              <a:t>After that, you should have enough knowledge to complete Tasks 5–6 yourself.</a:t>
            </a:r>
          </a:p>
        </p:txBody>
      </p:sp>
    </p:spTree>
    <p:extLst>
      <p:ext uri="{BB962C8B-B14F-4D97-AF65-F5344CB8AC3E}">
        <p14:creationId xmlns:p14="http://schemas.microsoft.com/office/powerpoint/2010/main" val="282623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1E525-E2A8-45BA-F7F9-EDC3DD7DC80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0BD8C13-793C-C6FF-8B3D-B69A1DD16BA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7F374943-288B-7308-753B-D0DFB2301D8D}"/>
              </a:ext>
            </a:extLst>
          </p:cNvPr>
          <p:cNvSpPr txBox="1"/>
          <p:nvPr/>
        </p:nvSpPr>
        <p:spPr>
          <a:xfrm>
            <a:off x="-2628" y="533400"/>
            <a:ext cx="8975834" cy="671851"/>
          </a:xfrm>
          <a:prstGeom prst="rect">
            <a:avLst/>
          </a:prstGeom>
          <a:noFill/>
        </p:spPr>
        <p:txBody>
          <a:bodyPr wrap="square">
            <a:spAutoFit/>
          </a:bodyPr>
          <a:lstStyle/>
          <a:p>
            <a:pPr>
              <a:lnSpc>
                <a:spcPct val="150000"/>
              </a:lnSpc>
            </a:pPr>
            <a:r>
              <a:rPr lang="en-US" sz="2800" dirty="0">
                <a:latin typeface="+mj-lt"/>
              </a:rPr>
              <a:t>Task 1 — Build the Network in Cisco Packet Tracer</a:t>
            </a:r>
          </a:p>
        </p:txBody>
      </p:sp>
      <p:sp>
        <p:nvSpPr>
          <p:cNvPr id="8" name="TextBox 7">
            <a:extLst>
              <a:ext uri="{FF2B5EF4-FFF2-40B4-BE49-F238E27FC236}">
                <a16:creationId xmlns:a16="http://schemas.microsoft.com/office/drawing/2014/main" id="{1D782022-DCED-EE28-9C96-13EC365E7E83}"/>
              </a:ext>
            </a:extLst>
          </p:cNvPr>
          <p:cNvSpPr txBox="1"/>
          <p:nvPr/>
        </p:nvSpPr>
        <p:spPr>
          <a:xfrm>
            <a:off x="0" y="1676401"/>
            <a:ext cx="8975834" cy="3257174"/>
          </a:xfrm>
          <a:prstGeom prst="rect">
            <a:avLst/>
          </a:prstGeom>
          <a:noFill/>
        </p:spPr>
        <p:txBody>
          <a:bodyPr wrap="square">
            <a:spAutoFit/>
          </a:bodyPr>
          <a:lstStyle/>
          <a:p>
            <a:pPr>
              <a:lnSpc>
                <a:spcPct val="150000"/>
              </a:lnSpc>
              <a:buNone/>
            </a:pPr>
            <a:r>
              <a:rPr lang="en-US" sz="2800" dirty="0">
                <a:latin typeface="+mj-lt"/>
              </a:rPr>
              <a:t>Goal</a:t>
            </a:r>
          </a:p>
          <a:p>
            <a:pPr>
              <a:lnSpc>
                <a:spcPct val="150000"/>
              </a:lnSpc>
              <a:buNone/>
            </a:pPr>
            <a:r>
              <a:rPr lang="en-US" sz="2800" dirty="0">
                <a:latin typeface="+mj-lt"/>
              </a:rPr>
              <a:t>First, we need to reproduce the physical topology.</a:t>
            </a:r>
          </a:p>
          <a:p>
            <a:pPr>
              <a:lnSpc>
                <a:spcPct val="150000"/>
              </a:lnSpc>
              <a:buNone/>
            </a:pPr>
            <a:r>
              <a:rPr lang="en-US" sz="2800" dirty="0">
                <a:latin typeface="+mj-lt"/>
              </a:rPr>
              <a:t>We are not configuring IP addresses yet.</a:t>
            </a:r>
          </a:p>
          <a:p>
            <a:pPr>
              <a:lnSpc>
                <a:spcPct val="150000"/>
              </a:lnSpc>
              <a:buNone/>
            </a:pPr>
            <a:r>
              <a:rPr lang="en-US" sz="2800" dirty="0">
                <a:latin typeface="+mj-lt"/>
              </a:rPr>
              <a:t>Why?</a:t>
            </a:r>
          </a:p>
          <a:p>
            <a:pPr>
              <a:lnSpc>
                <a:spcPct val="150000"/>
              </a:lnSpc>
              <a:buNone/>
            </a:pPr>
            <a:r>
              <a:rPr lang="en-US" sz="2800" dirty="0">
                <a:latin typeface="+mj-lt"/>
              </a:rPr>
              <a:t>Because network design normally follows this sequence:</a:t>
            </a:r>
          </a:p>
        </p:txBody>
      </p:sp>
    </p:spTree>
    <p:extLst>
      <p:ext uri="{BB962C8B-B14F-4D97-AF65-F5344CB8AC3E}">
        <p14:creationId xmlns:p14="http://schemas.microsoft.com/office/powerpoint/2010/main" val="1770696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1000"/>
                                        <p:tgtEl>
                                          <p:spTgt spid="8">
                                            <p:txEl>
                                              <p:pRg st="4" end="4"/>
                                            </p:txEl>
                                          </p:spTgt>
                                        </p:tgtEl>
                                      </p:cBhvr>
                                    </p:animEffect>
                                    <p:anim calcmode="lin" valueType="num">
                                      <p:cBhvr>
                                        <p:cTn id="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E7A12-F3F9-F917-A819-BB2495B8715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C310730-0530-444B-B174-80A0D6F09BD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5" name="Picture 4">
            <a:extLst>
              <a:ext uri="{FF2B5EF4-FFF2-40B4-BE49-F238E27FC236}">
                <a16:creationId xmlns:a16="http://schemas.microsoft.com/office/drawing/2014/main" id="{9D1BF0DB-209F-AF6F-D5FF-9C3168E97E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3942" y="457200"/>
            <a:ext cx="5484376" cy="6400800"/>
          </a:xfrm>
          <a:prstGeom prst="rect">
            <a:avLst/>
          </a:prstGeom>
          <a:ln>
            <a:solidFill>
              <a:srgbClr val="7030A0"/>
            </a:solidFill>
          </a:ln>
        </p:spPr>
      </p:pic>
    </p:spTree>
    <p:extLst>
      <p:ext uri="{BB962C8B-B14F-4D97-AF65-F5344CB8AC3E}">
        <p14:creationId xmlns:p14="http://schemas.microsoft.com/office/powerpoint/2010/main" val="3790714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57A6B-81CE-21D0-E9E2-09CE442C4EA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012628C-25A2-D10B-19B1-A924BCC16EA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1E3CC2D8-A173-74C8-4686-FA896807B15F}"/>
              </a:ext>
            </a:extLst>
          </p:cNvPr>
          <p:cNvSpPr txBox="1"/>
          <p:nvPr/>
        </p:nvSpPr>
        <p:spPr>
          <a:xfrm>
            <a:off x="0" y="609600"/>
            <a:ext cx="8975834" cy="5842497"/>
          </a:xfrm>
          <a:prstGeom prst="rect">
            <a:avLst/>
          </a:prstGeom>
          <a:noFill/>
        </p:spPr>
        <p:txBody>
          <a:bodyPr wrap="square">
            <a:spAutoFit/>
          </a:bodyPr>
          <a:lstStyle/>
          <a:p>
            <a:pPr>
              <a:lnSpc>
                <a:spcPct val="150000"/>
              </a:lnSpc>
              <a:buNone/>
            </a:pPr>
            <a:r>
              <a:rPr lang="en-US" sz="2800" b="1" dirty="0">
                <a:latin typeface="+mj-lt"/>
              </a:rPr>
              <a:t>Step 1 — Add the router</a:t>
            </a:r>
          </a:p>
          <a:p>
            <a:pPr>
              <a:lnSpc>
                <a:spcPct val="150000"/>
              </a:lnSpc>
              <a:buNone/>
            </a:pPr>
            <a:r>
              <a:rPr lang="en-US" sz="2800" dirty="0">
                <a:latin typeface="+mj-lt"/>
              </a:rPr>
              <a:t>You are currently on the Packet Tracer screen.</a:t>
            </a:r>
          </a:p>
          <a:p>
            <a:pPr>
              <a:lnSpc>
                <a:spcPct val="150000"/>
              </a:lnSpc>
              <a:buNone/>
            </a:pPr>
            <a:r>
              <a:rPr lang="en-US" sz="2800" dirty="0">
                <a:latin typeface="+mj-lt"/>
              </a:rPr>
              <a:t>At the bottom-left, select:</a:t>
            </a:r>
          </a:p>
          <a:p>
            <a:pPr>
              <a:lnSpc>
                <a:spcPct val="150000"/>
              </a:lnSpc>
              <a:buNone/>
            </a:pPr>
            <a:r>
              <a:rPr lang="en-US" sz="2800" b="1" dirty="0">
                <a:latin typeface="+mj-lt"/>
              </a:rPr>
              <a:t>Network Devices → Routers</a:t>
            </a:r>
            <a:endParaRPr lang="en-US" sz="2800" dirty="0">
              <a:latin typeface="+mj-lt"/>
            </a:endParaRPr>
          </a:p>
          <a:p>
            <a:pPr>
              <a:lnSpc>
                <a:spcPct val="150000"/>
              </a:lnSpc>
              <a:buNone/>
            </a:pPr>
            <a:r>
              <a:rPr lang="en-US" sz="2800" dirty="0">
                <a:latin typeface="+mj-lt"/>
              </a:rPr>
              <a:t>Find:</a:t>
            </a:r>
          </a:p>
          <a:p>
            <a:pPr rtl="0">
              <a:lnSpc>
                <a:spcPct val="150000"/>
              </a:lnSpc>
              <a:buNone/>
            </a:pPr>
            <a:r>
              <a:rPr lang="en-US" sz="2800" dirty="0">
                <a:latin typeface="+mj-lt"/>
              </a:rPr>
              <a:t>1941</a:t>
            </a:r>
          </a:p>
          <a:p>
            <a:pPr>
              <a:lnSpc>
                <a:spcPct val="150000"/>
              </a:lnSpc>
              <a:buNone/>
            </a:pPr>
            <a:r>
              <a:rPr lang="en-US" sz="2800" dirty="0">
                <a:latin typeface="+mj-lt"/>
              </a:rPr>
              <a:t>Drag Cisco 1941 Router onto the </a:t>
            </a:r>
            <a:br>
              <a:rPr lang="en-US" sz="2800" dirty="0">
                <a:latin typeface="+mj-lt"/>
              </a:rPr>
            </a:br>
            <a:r>
              <a:rPr lang="en-US" sz="2800" dirty="0">
                <a:latin typeface="+mj-lt"/>
              </a:rPr>
              <a:t>workspace.</a:t>
            </a:r>
          </a:p>
          <a:p>
            <a:pPr>
              <a:lnSpc>
                <a:spcPct val="150000"/>
              </a:lnSpc>
              <a:buNone/>
            </a:pPr>
            <a:r>
              <a:rPr lang="en-US" sz="2800" dirty="0">
                <a:latin typeface="+mj-lt"/>
              </a:rPr>
              <a:t>Rename it: R1</a:t>
            </a:r>
          </a:p>
        </p:txBody>
      </p:sp>
      <p:pic>
        <p:nvPicPr>
          <p:cNvPr id="6" name="Picture 5">
            <a:extLst>
              <a:ext uri="{FF2B5EF4-FFF2-40B4-BE49-F238E27FC236}">
                <a16:creationId xmlns:a16="http://schemas.microsoft.com/office/drawing/2014/main" id="{5B57FFA3-3DFD-FE96-8CD6-402E42BF79F0}"/>
              </a:ext>
            </a:extLst>
          </p:cNvPr>
          <p:cNvPicPr>
            <a:picLocks noChangeAspect="1"/>
          </p:cNvPicPr>
          <p:nvPr/>
        </p:nvPicPr>
        <p:blipFill>
          <a:blip r:embed="rId2"/>
          <a:srcRect r="65833" b="4074"/>
          <a:stretch>
            <a:fillRect/>
          </a:stretch>
        </p:blipFill>
        <p:spPr>
          <a:xfrm>
            <a:off x="5993524" y="1918795"/>
            <a:ext cx="3124200" cy="4933950"/>
          </a:xfrm>
          <a:prstGeom prst="rect">
            <a:avLst/>
          </a:prstGeom>
        </p:spPr>
      </p:pic>
    </p:spTree>
    <p:extLst>
      <p:ext uri="{BB962C8B-B14F-4D97-AF65-F5344CB8AC3E}">
        <p14:creationId xmlns:p14="http://schemas.microsoft.com/office/powerpoint/2010/main" val="80448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F49CC-9ECA-71C7-6E21-A9C6279A333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0157C4-4110-2DC9-85BE-28BF97AB1039}"/>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8B14839E-8267-9C4F-193C-BD901E0397BE}"/>
              </a:ext>
            </a:extLst>
          </p:cNvPr>
          <p:cNvSpPr txBox="1"/>
          <p:nvPr/>
        </p:nvSpPr>
        <p:spPr>
          <a:xfrm>
            <a:off x="0" y="609600"/>
            <a:ext cx="8975834" cy="5842497"/>
          </a:xfrm>
          <a:prstGeom prst="rect">
            <a:avLst/>
          </a:prstGeom>
          <a:noFill/>
        </p:spPr>
        <p:txBody>
          <a:bodyPr wrap="square">
            <a:spAutoFit/>
          </a:bodyPr>
          <a:lstStyle/>
          <a:p>
            <a:pPr>
              <a:lnSpc>
                <a:spcPct val="150000"/>
              </a:lnSpc>
              <a:buNone/>
            </a:pPr>
            <a:r>
              <a:rPr lang="en-US" sz="2800" b="1" dirty="0">
                <a:latin typeface="+mj-lt"/>
              </a:rPr>
              <a:t>Step 1 — Add the router</a:t>
            </a:r>
          </a:p>
          <a:p>
            <a:pPr>
              <a:lnSpc>
                <a:spcPct val="150000"/>
              </a:lnSpc>
              <a:buNone/>
            </a:pPr>
            <a:r>
              <a:rPr lang="en-US" sz="2800" dirty="0">
                <a:latin typeface="+mj-lt"/>
              </a:rPr>
              <a:t>You are currently on the Packet Tracer screen.</a:t>
            </a:r>
          </a:p>
          <a:p>
            <a:pPr>
              <a:lnSpc>
                <a:spcPct val="150000"/>
              </a:lnSpc>
              <a:buNone/>
            </a:pPr>
            <a:r>
              <a:rPr lang="en-US" sz="2800" dirty="0">
                <a:latin typeface="+mj-lt"/>
              </a:rPr>
              <a:t>At the bottom-left, select:</a:t>
            </a:r>
          </a:p>
          <a:p>
            <a:pPr>
              <a:lnSpc>
                <a:spcPct val="150000"/>
              </a:lnSpc>
              <a:buNone/>
            </a:pPr>
            <a:r>
              <a:rPr lang="en-US" sz="2800" b="1" dirty="0">
                <a:latin typeface="+mj-lt"/>
              </a:rPr>
              <a:t>Network Devices → Routers</a:t>
            </a:r>
            <a:endParaRPr lang="en-US" sz="2800" dirty="0">
              <a:latin typeface="+mj-lt"/>
            </a:endParaRPr>
          </a:p>
          <a:p>
            <a:pPr>
              <a:lnSpc>
                <a:spcPct val="150000"/>
              </a:lnSpc>
              <a:buNone/>
            </a:pPr>
            <a:r>
              <a:rPr lang="en-US" sz="2800" dirty="0">
                <a:latin typeface="+mj-lt"/>
              </a:rPr>
              <a:t>Find:</a:t>
            </a:r>
          </a:p>
          <a:p>
            <a:pPr rtl="0">
              <a:lnSpc>
                <a:spcPct val="150000"/>
              </a:lnSpc>
              <a:buNone/>
            </a:pPr>
            <a:r>
              <a:rPr lang="en-US" sz="2800" dirty="0">
                <a:latin typeface="+mj-lt"/>
              </a:rPr>
              <a:t>1941</a:t>
            </a:r>
          </a:p>
          <a:p>
            <a:pPr>
              <a:lnSpc>
                <a:spcPct val="150000"/>
              </a:lnSpc>
              <a:buNone/>
            </a:pPr>
            <a:r>
              <a:rPr lang="en-US" sz="2800" dirty="0">
                <a:latin typeface="+mj-lt"/>
              </a:rPr>
              <a:t>Drag Cisco 1941 Router onto the </a:t>
            </a:r>
            <a:br>
              <a:rPr lang="en-US" sz="2800" dirty="0">
                <a:latin typeface="+mj-lt"/>
              </a:rPr>
            </a:br>
            <a:r>
              <a:rPr lang="en-US" sz="2800" dirty="0">
                <a:latin typeface="+mj-lt"/>
              </a:rPr>
              <a:t>workspace.</a:t>
            </a:r>
          </a:p>
          <a:p>
            <a:pPr>
              <a:lnSpc>
                <a:spcPct val="150000"/>
              </a:lnSpc>
              <a:buNone/>
            </a:pPr>
            <a:r>
              <a:rPr lang="en-US" sz="2800" dirty="0">
                <a:latin typeface="+mj-lt"/>
              </a:rPr>
              <a:t>Rename it: R1</a:t>
            </a:r>
          </a:p>
        </p:txBody>
      </p:sp>
      <p:pic>
        <p:nvPicPr>
          <p:cNvPr id="5" name="Picture 4">
            <a:extLst>
              <a:ext uri="{FF2B5EF4-FFF2-40B4-BE49-F238E27FC236}">
                <a16:creationId xmlns:a16="http://schemas.microsoft.com/office/drawing/2014/main" id="{C409A965-B850-637A-0F6D-E177B21B4FB7}"/>
              </a:ext>
            </a:extLst>
          </p:cNvPr>
          <p:cNvPicPr>
            <a:picLocks noChangeAspect="1"/>
          </p:cNvPicPr>
          <p:nvPr/>
        </p:nvPicPr>
        <p:blipFill>
          <a:blip r:embed="rId2"/>
          <a:srcRect r="70000" b="52963"/>
          <a:stretch>
            <a:fillRect/>
          </a:stretch>
        </p:blipFill>
        <p:spPr>
          <a:xfrm>
            <a:off x="4876800" y="1981199"/>
            <a:ext cx="4235669" cy="3735625"/>
          </a:xfrm>
          <a:prstGeom prst="rect">
            <a:avLst/>
          </a:prstGeom>
          <a:ln>
            <a:solidFill>
              <a:srgbClr val="7030A0"/>
            </a:solidFill>
          </a:ln>
        </p:spPr>
      </p:pic>
    </p:spTree>
    <p:extLst>
      <p:ext uri="{BB962C8B-B14F-4D97-AF65-F5344CB8AC3E}">
        <p14:creationId xmlns:p14="http://schemas.microsoft.com/office/powerpoint/2010/main" val="1726117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BCAD-B567-A444-341A-4D0DC7690AA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D6778D8-ED47-5374-3554-CE9BF71311A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5" name="Picture 4">
            <a:extLst>
              <a:ext uri="{FF2B5EF4-FFF2-40B4-BE49-F238E27FC236}">
                <a16:creationId xmlns:a16="http://schemas.microsoft.com/office/drawing/2014/main" id="{86BFED89-1607-F068-7A1E-66EB09EFADDB}"/>
              </a:ext>
            </a:extLst>
          </p:cNvPr>
          <p:cNvPicPr>
            <a:picLocks noChangeAspect="1"/>
          </p:cNvPicPr>
          <p:nvPr/>
        </p:nvPicPr>
        <p:blipFill>
          <a:blip r:embed="rId2"/>
          <a:srcRect r="70000" b="52963"/>
          <a:stretch>
            <a:fillRect/>
          </a:stretch>
        </p:blipFill>
        <p:spPr>
          <a:xfrm>
            <a:off x="4908331" y="2512774"/>
            <a:ext cx="4235669" cy="3735625"/>
          </a:xfrm>
          <a:prstGeom prst="rect">
            <a:avLst/>
          </a:prstGeom>
          <a:ln>
            <a:solidFill>
              <a:srgbClr val="7030A0"/>
            </a:solidFill>
          </a:ln>
        </p:spPr>
      </p:pic>
      <p:sp>
        <p:nvSpPr>
          <p:cNvPr id="6" name="TextBox 5">
            <a:extLst>
              <a:ext uri="{FF2B5EF4-FFF2-40B4-BE49-F238E27FC236}">
                <a16:creationId xmlns:a16="http://schemas.microsoft.com/office/drawing/2014/main" id="{AD190CE5-0D32-14B1-650A-A9711AB17C67}"/>
              </a:ext>
            </a:extLst>
          </p:cNvPr>
          <p:cNvSpPr txBox="1"/>
          <p:nvPr/>
        </p:nvSpPr>
        <p:spPr>
          <a:xfrm>
            <a:off x="31531" y="609601"/>
            <a:ext cx="8912772" cy="3257174"/>
          </a:xfrm>
          <a:prstGeom prst="rect">
            <a:avLst/>
          </a:prstGeom>
          <a:noFill/>
        </p:spPr>
        <p:txBody>
          <a:bodyPr wrap="square">
            <a:spAutoFit/>
          </a:bodyPr>
          <a:lstStyle/>
          <a:p>
            <a:pPr>
              <a:lnSpc>
                <a:spcPct val="150000"/>
              </a:lnSpc>
              <a:buNone/>
            </a:pPr>
            <a:r>
              <a:rPr lang="en-US" sz="2800" b="1" dirty="0">
                <a:latin typeface="+mj-lt"/>
              </a:rPr>
              <a:t>Why Cisco 1941?</a:t>
            </a:r>
          </a:p>
          <a:p>
            <a:pPr>
              <a:lnSpc>
                <a:spcPct val="150000"/>
              </a:lnSpc>
              <a:buNone/>
            </a:pPr>
            <a:r>
              <a:rPr lang="en-US" sz="2800" dirty="0">
                <a:latin typeface="+mj-lt"/>
              </a:rPr>
              <a:t>The original lab was designed around the Cisco 1941 ISR.</a:t>
            </a:r>
          </a:p>
          <a:p>
            <a:pPr>
              <a:lnSpc>
                <a:spcPct val="150000"/>
              </a:lnSpc>
              <a:buNone/>
            </a:pPr>
            <a:r>
              <a:rPr lang="en-US" sz="2800" dirty="0">
                <a:latin typeface="+mj-lt"/>
              </a:rPr>
              <a:t>It provides the interfaces we need:</a:t>
            </a:r>
          </a:p>
          <a:p>
            <a:pPr rtl="0">
              <a:lnSpc>
                <a:spcPct val="150000"/>
              </a:lnSpc>
              <a:buNone/>
            </a:pPr>
            <a:r>
              <a:rPr lang="en-US" sz="2800" dirty="0">
                <a:latin typeface="+mj-lt"/>
              </a:rPr>
              <a:t>GigabitEthernet0/0</a:t>
            </a:r>
          </a:p>
          <a:p>
            <a:pPr rtl="0">
              <a:lnSpc>
                <a:spcPct val="150000"/>
              </a:lnSpc>
              <a:buNone/>
            </a:pPr>
            <a:r>
              <a:rPr lang="en-US" sz="2800" dirty="0">
                <a:latin typeface="+mj-lt"/>
              </a:rPr>
              <a:t>GigabitEthernet0/1</a:t>
            </a:r>
          </a:p>
        </p:txBody>
      </p:sp>
    </p:spTree>
    <p:extLst>
      <p:ext uri="{BB962C8B-B14F-4D97-AF65-F5344CB8AC3E}">
        <p14:creationId xmlns:p14="http://schemas.microsoft.com/office/powerpoint/2010/main" val="328746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1000"/>
                                        <p:tgtEl>
                                          <p:spTgt spid="6">
                                            <p:txEl>
                                              <p:pRg st="4" end="4"/>
                                            </p:txEl>
                                          </p:spTgt>
                                        </p:tgtEl>
                                      </p:cBhvr>
                                    </p:animEffect>
                                    <p:anim calcmode="lin" valueType="num">
                                      <p:cBhvr>
                                        <p:cTn id="2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D81C9-1C42-4C4A-1DCC-8AA4D15314F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B7065AB-880D-9EED-7EF3-6CD3F9AA109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644A737D-E4BA-B41F-3C04-2B568D4C3B62}"/>
              </a:ext>
            </a:extLst>
          </p:cNvPr>
          <p:cNvSpPr txBox="1"/>
          <p:nvPr/>
        </p:nvSpPr>
        <p:spPr>
          <a:xfrm>
            <a:off x="0" y="914401"/>
            <a:ext cx="8975834" cy="5196166"/>
          </a:xfrm>
          <a:prstGeom prst="rect">
            <a:avLst/>
          </a:prstGeom>
          <a:noFill/>
        </p:spPr>
        <p:txBody>
          <a:bodyPr wrap="square">
            <a:spAutoFit/>
          </a:bodyPr>
          <a:lstStyle/>
          <a:p>
            <a:pPr>
              <a:lnSpc>
                <a:spcPct val="150000"/>
              </a:lnSpc>
              <a:buNone/>
            </a:pPr>
            <a:r>
              <a:rPr lang="en-US" sz="2800" b="1" dirty="0">
                <a:latin typeface="+mj-lt"/>
              </a:rPr>
              <a:t>Step 2 — Add the switch</a:t>
            </a:r>
          </a:p>
          <a:p>
            <a:pPr>
              <a:lnSpc>
                <a:spcPct val="150000"/>
              </a:lnSpc>
              <a:buNone/>
            </a:pPr>
            <a:r>
              <a:rPr lang="en-US" sz="2800" dirty="0">
                <a:latin typeface="+mj-lt"/>
              </a:rPr>
              <a:t>At the bottom-left select:</a:t>
            </a:r>
          </a:p>
          <a:p>
            <a:pPr>
              <a:lnSpc>
                <a:spcPct val="150000"/>
              </a:lnSpc>
              <a:buNone/>
            </a:pPr>
            <a:r>
              <a:rPr lang="en-US" sz="2800" b="1" dirty="0">
                <a:latin typeface="+mj-lt"/>
              </a:rPr>
              <a:t>Network Devices → Switches</a:t>
            </a:r>
            <a:endParaRPr lang="en-US" sz="2800" dirty="0">
              <a:latin typeface="+mj-lt"/>
            </a:endParaRPr>
          </a:p>
          <a:p>
            <a:pPr>
              <a:lnSpc>
                <a:spcPct val="150000"/>
              </a:lnSpc>
              <a:buNone/>
            </a:pPr>
            <a:r>
              <a:rPr lang="en-US" sz="2800" dirty="0">
                <a:latin typeface="+mj-lt"/>
              </a:rPr>
              <a:t>Find:</a:t>
            </a:r>
          </a:p>
          <a:p>
            <a:pPr rtl="0">
              <a:lnSpc>
                <a:spcPct val="150000"/>
              </a:lnSpc>
              <a:buNone/>
            </a:pPr>
            <a:r>
              <a:rPr lang="en-US" sz="2800" dirty="0">
                <a:latin typeface="+mj-lt"/>
              </a:rPr>
              <a:t>2960</a:t>
            </a:r>
          </a:p>
          <a:p>
            <a:pPr>
              <a:lnSpc>
                <a:spcPct val="150000"/>
              </a:lnSpc>
              <a:buNone/>
            </a:pPr>
            <a:r>
              <a:rPr lang="en-US" sz="2800" dirty="0">
                <a:latin typeface="+mj-lt"/>
              </a:rPr>
              <a:t>Drag a Cisco 2960 switch onto </a:t>
            </a:r>
            <a:br>
              <a:rPr lang="en-US" sz="2800" dirty="0">
                <a:latin typeface="+mj-lt"/>
              </a:rPr>
            </a:br>
            <a:r>
              <a:rPr lang="en-US" sz="2800" dirty="0">
                <a:latin typeface="+mj-lt"/>
              </a:rPr>
              <a:t>the workspace.</a:t>
            </a:r>
          </a:p>
          <a:p>
            <a:pPr>
              <a:lnSpc>
                <a:spcPct val="150000"/>
              </a:lnSpc>
              <a:buNone/>
            </a:pPr>
            <a:r>
              <a:rPr lang="en-US" sz="2800" dirty="0">
                <a:latin typeface="+mj-lt"/>
              </a:rPr>
              <a:t>Name it: S1</a:t>
            </a:r>
          </a:p>
        </p:txBody>
      </p:sp>
      <p:pic>
        <p:nvPicPr>
          <p:cNvPr id="8" name="Picture 7">
            <a:extLst>
              <a:ext uri="{FF2B5EF4-FFF2-40B4-BE49-F238E27FC236}">
                <a16:creationId xmlns:a16="http://schemas.microsoft.com/office/drawing/2014/main" id="{9ECD76A9-2331-6969-9347-1E8E114BCD9C}"/>
              </a:ext>
            </a:extLst>
          </p:cNvPr>
          <p:cNvPicPr>
            <a:picLocks noChangeAspect="1"/>
          </p:cNvPicPr>
          <p:nvPr/>
        </p:nvPicPr>
        <p:blipFill>
          <a:blip r:embed="rId2"/>
          <a:srcRect r="62500" b="5555"/>
          <a:stretch>
            <a:fillRect/>
          </a:stretch>
        </p:blipFill>
        <p:spPr>
          <a:xfrm>
            <a:off x="5155325" y="1194239"/>
            <a:ext cx="3988675" cy="5650623"/>
          </a:xfrm>
          <a:prstGeom prst="rect">
            <a:avLst/>
          </a:prstGeom>
          <a:ln>
            <a:solidFill>
              <a:srgbClr val="7030A0"/>
            </a:solidFill>
          </a:ln>
        </p:spPr>
      </p:pic>
    </p:spTree>
    <p:extLst>
      <p:ext uri="{BB962C8B-B14F-4D97-AF65-F5344CB8AC3E}">
        <p14:creationId xmlns:p14="http://schemas.microsoft.com/office/powerpoint/2010/main" val="266637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D66C9-F07F-608C-EB21-1F2669EA802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54F8712-BC9D-02EF-B0E5-B3F2858B471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F428A72B-4520-17C9-265D-648D081E8816}"/>
              </a:ext>
            </a:extLst>
          </p:cNvPr>
          <p:cNvSpPr txBox="1"/>
          <p:nvPr/>
        </p:nvSpPr>
        <p:spPr>
          <a:xfrm>
            <a:off x="0" y="369172"/>
            <a:ext cx="4953000" cy="6488828"/>
          </a:xfrm>
          <a:prstGeom prst="rect">
            <a:avLst/>
          </a:prstGeom>
          <a:noFill/>
        </p:spPr>
        <p:txBody>
          <a:bodyPr wrap="square">
            <a:spAutoFit/>
          </a:bodyPr>
          <a:lstStyle/>
          <a:p>
            <a:pPr>
              <a:lnSpc>
                <a:spcPct val="150000"/>
              </a:lnSpc>
            </a:pPr>
            <a:r>
              <a:rPr lang="en-US" sz="2800" dirty="0">
                <a:latin typeface="+mj-lt"/>
              </a:rPr>
              <a:t>Select the 2960 switch, the one labelled:</a:t>
            </a:r>
          </a:p>
          <a:p>
            <a:pPr>
              <a:lnSpc>
                <a:spcPct val="150000"/>
              </a:lnSpc>
            </a:pPr>
            <a:r>
              <a:rPr lang="en-US" sz="2800" dirty="0">
                <a:latin typeface="+mj-lt"/>
              </a:rPr>
              <a:t>2960-24TT</a:t>
            </a:r>
          </a:p>
          <a:p>
            <a:pPr>
              <a:lnSpc>
                <a:spcPct val="150000"/>
              </a:lnSpc>
            </a:pPr>
            <a:r>
              <a:rPr lang="en-US" sz="2800" dirty="0">
                <a:latin typeface="+mj-lt"/>
              </a:rPr>
              <a:t>That is the best match for this lab and for the Cisco Catalyst 2960 device described in the instructions.</a:t>
            </a:r>
          </a:p>
          <a:p>
            <a:pPr>
              <a:lnSpc>
                <a:spcPct val="150000"/>
              </a:lnSpc>
            </a:pPr>
            <a:r>
              <a:rPr lang="en-US" sz="2800" dirty="0">
                <a:latin typeface="+mj-lt"/>
              </a:rPr>
              <a:t>Do not select the middle 2960 with IOS 12 or the right 2960 IOS15 for this exercise</a:t>
            </a:r>
          </a:p>
        </p:txBody>
      </p:sp>
      <p:pic>
        <p:nvPicPr>
          <p:cNvPr id="5" name="Picture 4">
            <a:extLst>
              <a:ext uri="{FF2B5EF4-FFF2-40B4-BE49-F238E27FC236}">
                <a16:creationId xmlns:a16="http://schemas.microsoft.com/office/drawing/2014/main" id="{343E0865-6514-DD0D-01DE-AEA0BA04BEAE}"/>
              </a:ext>
            </a:extLst>
          </p:cNvPr>
          <p:cNvPicPr>
            <a:picLocks noChangeAspect="1"/>
          </p:cNvPicPr>
          <p:nvPr/>
        </p:nvPicPr>
        <p:blipFill>
          <a:blip r:embed="rId2"/>
          <a:srcRect r="61667" b="42593"/>
          <a:stretch>
            <a:fillRect/>
          </a:stretch>
        </p:blipFill>
        <p:spPr>
          <a:xfrm>
            <a:off x="4953000" y="1676400"/>
            <a:ext cx="4191000" cy="3530462"/>
          </a:xfrm>
          <a:prstGeom prst="rect">
            <a:avLst/>
          </a:prstGeom>
          <a:ln>
            <a:solidFill>
              <a:srgbClr val="7030A0"/>
            </a:solidFill>
          </a:ln>
        </p:spPr>
      </p:pic>
    </p:spTree>
    <p:extLst>
      <p:ext uri="{BB962C8B-B14F-4D97-AF65-F5344CB8AC3E}">
        <p14:creationId xmlns:p14="http://schemas.microsoft.com/office/powerpoint/2010/main" val="2537520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C4D7-4A82-5A58-3B9C-1F5DEE5361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2E33C8-67CF-69F0-4F0D-54442CC01D0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5" name="Picture 4">
            <a:extLst>
              <a:ext uri="{FF2B5EF4-FFF2-40B4-BE49-F238E27FC236}">
                <a16:creationId xmlns:a16="http://schemas.microsoft.com/office/drawing/2014/main" id="{9DAC0330-C02F-515E-5646-E3009E075385}"/>
              </a:ext>
            </a:extLst>
          </p:cNvPr>
          <p:cNvPicPr>
            <a:picLocks noChangeAspect="1"/>
          </p:cNvPicPr>
          <p:nvPr/>
        </p:nvPicPr>
        <p:blipFill>
          <a:blip r:embed="rId2"/>
          <a:srcRect r="61667" b="42593"/>
          <a:stretch>
            <a:fillRect/>
          </a:stretch>
        </p:blipFill>
        <p:spPr>
          <a:xfrm>
            <a:off x="4953000" y="1676400"/>
            <a:ext cx="4191000" cy="3530462"/>
          </a:xfrm>
          <a:prstGeom prst="rect">
            <a:avLst/>
          </a:prstGeom>
          <a:ln>
            <a:solidFill>
              <a:srgbClr val="7030A0"/>
            </a:solidFill>
          </a:ln>
        </p:spPr>
      </p:pic>
      <p:sp>
        <p:nvSpPr>
          <p:cNvPr id="6" name="TextBox 5">
            <a:extLst>
              <a:ext uri="{FF2B5EF4-FFF2-40B4-BE49-F238E27FC236}">
                <a16:creationId xmlns:a16="http://schemas.microsoft.com/office/drawing/2014/main" id="{D00E87A1-F1C8-B8CF-BBFB-A555D9B9ABFF}"/>
              </a:ext>
            </a:extLst>
          </p:cNvPr>
          <p:cNvSpPr txBox="1"/>
          <p:nvPr/>
        </p:nvSpPr>
        <p:spPr>
          <a:xfrm>
            <a:off x="0" y="1676400"/>
            <a:ext cx="4876800" cy="3257174"/>
          </a:xfrm>
          <a:prstGeom prst="rect">
            <a:avLst/>
          </a:prstGeom>
          <a:noFill/>
        </p:spPr>
        <p:txBody>
          <a:bodyPr wrap="square">
            <a:spAutoFit/>
          </a:bodyPr>
          <a:lstStyle/>
          <a:p>
            <a:pPr>
              <a:lnSpc>
                <a:spcPct val="150000"/>
              </a:lnSpc>
              <a:buNone/>
            </a:pPr>
            <a:r>
              <a:rPr lang="en-US" sz="2800" b="1" dirty="0">
                <a:latin typeface="+mj-lt"/>
              </a:rPr>
              <a:t>Why do we need a switch?</a:t>
            </a:r>
          </a:p>
          <a:p>
            <a:pPr>
              <a:lnSpc>
                <a:spcPct val="150000"/>
              </a:lnSpc>
              <a:buNone/>
            </a:pPr>
            <a:r>
              <a:rPr lang="en-US" sz="2800" dirty="0">
                <a:latin typeface="+mj-lt"/>
              </a:rPr>
              <a:t>PC-A and R1 are on the same LAN.</a:t>
            </a:r>
          </a:p>
          <a:p>
            <a:pPr>
              <a:lnSpc>
                <a:spcPct val="150000"/>
              </a:lnSpc>
              <a:buNone/>
            </a:pPr>
            <a:r>
              <a:rPr lang="en-US" sz="2800" dirty="0">
                <a:latin typeface="+mj-lt"/>
              </a:rPr>
              <a:t>The switch provides the Layer 2 connection between them.</a:t>
            </a:r>
          </a:p>
        </p:txBody>
      </p:sp>
    </p:spTree>
    <p:extLst>
      <p:ext uri="{BB962C8B-B14F-4D97-AF65-F5344CB8AC3E}">
        <p14:creationId xmlns:p14="http://schemas.microsoft.com/office/powerpoint/2010/main" val="160554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0C503-F1DA-F9E4-E03B-410BF443728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BAA07CB-0A47-1870-4672-4399868CB13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71A96E52-C8A5-C682-F85E-EE3E4C9C180B}"/>
              </a:ext>
            </a:extLst>
          </p:cNvPr>
          <p:cNvSpPr txBox="1"/>
          <p:nvPr/>
        </p:nvSpPr>
        <p:spPr>
          <a:xfrm>
            <a:off x="0" y="382310"/>
            <a:ext cx="8986344" cy="6488828"/>
          </a:xfrm>
          <a:prstGeom prst="rect">
            <a:avLst/>
          </a:prstGeom>
          <a:noFill/>
        </p:spPr>
        <p:txBody>
          <a:bodyPr wrap="square">
            <a:spAutoFit/>
          </a:bodyPr>
          <a:lstStyle/>
          <a:p>
            <a:pPr>
              <a:lnSpc>
                <a:spcPct val="150000"/>
              </a:lnSpc>
              <a:buNone/>
            </a:pPr>
            <a:r>
              <a:rPr lang="en-US" sz="2800" b="1" dirty="0">
                <a:latin typeface="+mj-lt"/>
              </a:rPr>
              <a:t>Step 3 — Add two PCs</a:t>
            </a:r>
          </a:p>
          <a:p>
            <a:pPr>
              <a:lnSpc>
                <a:spcPct val="150000"/>
              </a:lnSpc>
              <a:buNone/>
            </a:pPr>
            <a:r>
              <a:rPr lang="en-US" sz="2800" dirty="0">
                <a:latin typeface="+mj-lt"/>
              </a:rPr>
              <a:t>Select:</a:t>
            </a:r>
          </a:p>
          <a:p>
            <a:pPr>
              <a:lnSpc>
                <a:spcPct val="150000"/>
              </a:lnSpc>
              <a:buNone/>
            </a:pPr>
            <a:r>
              <a:rPr lang="en-US" sz="2800" dirty="0">
                <a:latin typeface="+mj-lt"/>
              </a:rPr>
              <a:t>End Devices → PC</a:t>
            </a:r>
          </a:p>
          <a:p>
            <a:pPr>
              <a:lnSpc>
                <a:spcPct val="150000"/>
              </a:lnSpc>
              <a:buNone/>
            </a:pPr>
            <a:r>
              <a:rPr lang="en-US" sz="2800" dirty="0">
                <a:latin typeface="+mj-lt"/>
              </a:rPr>
              <a:t>Drag two PCs onto the workspace.</a:t>
            </a:r>
          </a:p>
          <a:p>
            <a:pPr>
              <a:lnSpc>
                <a:spcPct val="150000"/>
              </a:lnSpc>
              <a:buNone/>
            </a:pPr>
            <a:r>
              <a:rPr lang="en-US" sz="2800" dirty="0">
                <a:latin typeface="+mj-lt"/>
              </a:rPr>
              <a:t>Name them:</a:t>
            </a:r>
          </a:p>
          <a:p>
            <a:pPr rtl="0">
              <a:lnSpc>
                <a:spcPct val="150000"/>
              </a:lnSpc>
              <a:buNone/>
            </a:pPr>
            <a:r>
              <a:rPr lang="en-US" sz="2800" dirty="0">
                <a:latin typeface="+mj-lt"/>
              </a:rPr>
              <a:t>PC-A</a:t>
            </a:r>
          </a:p>
          <a:p>
            <a:pPr rtl="0">
              <a:lnSpc>
                <a:spcPct val="150000"/>
              </a:lnSpc>
              <a:buNone/>
            </a:pPr>
            <a:r>
              <a:rPr lang="en-US" sz="2800" dirty="0">
                <a:latin typeface="+mj-lt"/>
              </a:rPr>
              <a:t>PC-B</a:t>
            </a:r>
            <a:br>
              <a:rPr lang="en-US" sz="2800" dirty="0">
                <a:latin typeface="+mj-lt"/>
              </a:rPr>
            </a:br>
            <a:endParaRPr lang="en-US" sz="2800" dirty="0">
              <a:latin typeface="+mj-lt"/>
            </a:endParaRPr>
          </a:p>
          <a:p>
            <a:pPr>
              <a:lnSpc>
                <a:spcPct val="150000"/>
              </a:lnSpc>
              <a:buNone/>
            </a:pPr>
            <a:r>
              <a:rPr lang="en-US" sz="2800" dirty="0">
                <a:latin typeface="+mj-lt"/>
              </a:rPr>
              <a:t>Arrange them approximately like this:</a:t>
            </a:r>
          </a:p>
          <a:p>
            <a:pPr rtl="0">
              <a:lnSpc>
                <a:spcPct val="150000"/>
              </a:lnSpc>
              <a:buNone/>
            </a:pPr>
            <a:r>
              <a:rPr lang="en-US" sz="2800" dirty="0">
                <a:latin typeface="+mj-lt"/>
              </a:rPr>
              <a:t>PC-A ─── S1 ─── R1 ─── PC-B</a:t>
            </a:r>
          </a:p>
        </p:txBody>
      </p:sp>
      <p:pic>
        <p:nvPicPr>
          <p:cNvPr id="8" name="Picture 7">
            <a:extLst>
              <a:ext uri="{FF2B5EF4-FFF2-40B4-BE49-F238E27FC236}">
                <a16:creationId xmlns:a16="http://schemas.microsoft.com/office/drawing/2014/main" id="{4A0B47E5-D8A5-0BEC-8C03-EB3936CB626A}"/>
              </a:ext>
            </a:extLst>
          </p:cNvPr>
          <p:cNvPicPr>
            <a:picLocks noChangeAspect="1"/>
          </p:cNvPicPr>
          <p:nvPr/>
        </p:nvPicPr>
        <p:blipFill>
          <a:blip r:embed="rId2"/>
          <a:srcRect r="50000" b="54444"/>
          <a:stretch>
            <a:fillRect/>
          </a:stretch>
        </p:blipFill>
        <p:spPr>
          <a:xfrm>
            <a:off x="3581400" y="2913434"/>
            <a:ext cx="5562600" cy="2850833"/>
          </a:xfrm>
          <a:prstGeom prst="rect">
            <a:avLst/>
          </a:prstGeom>
          <a:ln>
            <a:solidFill>
              <a:srgbClr val="7030A0"/>
            </a:solidFill>
          </a:ln>
        </p:spPr>
      </p:pic>
    </p:spTree>
    <p:extLst>
      <p:ext uri="{BB962C8B-B14F-4D97-AF65-F5344CB8AC3E}">
        <p14:creationId xmlns:p14="http://schemas.microsoft.com/office/powerpoint/2010/main" val="3795835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2C035-2141-3CE5-38A5-6B5B875B6FE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90AFDD8-D089-FD34-A0A9-94FD43BA227B}"/>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861E163D-3429-0152-F185-52C87C9ED991}"/>
              </a:ext>
            </a:extLst>
          </p:cNvPr>
          <p:cNvSpPr txBox="1"/>
          <p:nvPr/>
        </p:nvSpPr>
        <p:spPr>
          <a:xfrm>
            <a:off x="0" y="457200"/>
            <a:ext cx="9062544" cy="5842497"/>
          </a:xfrm>
          <a:prstGeom prst="rect">
            <a:avLst/>
          </a:prstGeom>
          <a:noFill/>
        </p:spPr>
        <p:txBody>
          <a:bodyPr wrap="square">
            <a:spAutoFit/>
          </a:bodyPr>
          <a:lstStyle/>
          <a:p>
            <a:pPr>
              <a:lnSpc>
                <a:spcPct val="150000"/>
              </a:lnSpc>
              <a:buNone/>
            </a:pPr>
            <a:r>
              <a:rPr lang="en-US" sz="2800" b="1" dirty="0">
                <a:latin typeface="+mj-lt"/>
              </a:rPr>
              <a:t>Step 4 — Connect PC-A to S1</a:t>
            </a:r>
          </a:p>
          <a:p>
            <a:pPr>
              <a:lnSpc>
                <a:spcPct val="150000"/>
              </a:lnSpc>
              <a:buNone/>
            </a:pPr>
            <a:r>
              <a:rPr lang="en-US" sz="2800" dirty="0">
                <a:latin typeface="+mj-lt"/>
              </a:rPr>
              <a:t>At the bottom of Packet Tracer, click:</a:t>
            </a:r>
          </a:p>
          <a:p>
            <a:pPr>
              <a:lnSpc>
                <a:spcPct val="150000"/>
              </a:lnSpc>
              <a:buNone/>
            </a:pPr>
            <a:r>
              <a:rPr lang="en-US" sz="2800" b="1" dirty="0">
                <a:latin typeface="+mj-lt"/>
              </a:rPr>
              <a:t>Connections ⚡</a:t>
            </a:r>
            <a:endParaRPr lang="en-US" sz="2800" dirty="0">
              <a:latin typeface="+mj-lt"/>
            </a:endParaRPr>
          </a:p>
          <a:p>
            <a:pPr>
              <a:lnSpc>
                <a:spcPct val="150000"/>
              </a:lnSpc>
              <a:buNone/>
            </a:pPr>
            <a:r>
              <a:rPr lang="en-US" sz="2800" dirty="0">
                <a:latin typeface="+mj-lt"/>
              </a:rPr>
              <a:t>Choose:</a:t>
            </a:r>
          </a:p>
          <a:p>
            <a:pPr rtl="0">
              <a:lnSpc>
                <a:spcPct val="150000"/>
              </a:lnSpc>
              <a:buNone/>
            </a:pPr>
            <a:r>
              <a:rPr lang="en-US" sz="2800" dirty="0">
                <a:latin typeface="+mj-lt"/>
              </a:rPr>
              <a:t>Copper Straight-Through</a:t>
            </a:r>
          </a:p>
          <a:p>
            <a:pPr>
              <a:lnSpc>
                <a:spcPct val="150000"/>
              </a:lnSpc>
              <a:buNone/>
            </a:pPr>
            <a:r>
              <a:rPr lang="en-US" sz="2800" dirty="0">
                <a:latin typeface="+mj-lt"/>
              </a:rPr>
              <a:t>Click:</a:t>
            </a:r>
          </a:p>
          <a:p>
            <a:pPr rtl="0">
              <a:lnSpc>
                <a:spcPct val="150000"/>
              </a:lnSpc>
              <a:buNone/>
            </a:pPr>
            <a:r>
              <a:rPr lang="en-US" sz="2800" dirty="0">
                <a:latin typeface="+mj-lt"/>
              </a:rPr>
              <a:t>PC-A</a:t>
            </a:r>
          </a:p>
          <a:p>
            <a:pPr>
              <a:lnSpc>
                <a:spcPct val="150000"/>
              </a:lnSpc>
              <a:buNone/>
            </a:pPr>
            <a:r>
              <a:rPr lang="en-US" sz="2800" dirty="0">
                <a:latin typeface="+mj-lt"/>
              </a:rPr>
              <a:t>Choose:</a:t>
            </a:r>
          </a:p>
          <a:p>
            <a:pPr rtl="0">
              <a:lnSpc>
                <a:spcPct val="150000"/>
              </a:lnSpc>
              <a:buNone/>
            </a:pPr>
            <a:r>
              <a:rPr lang="en-US" sz="2800" dirty="0">
                <a:latin typeface="+mj-lt"/>
              </a:rPr>
              <a:t>FastEthernet0</a:t>
            </a:r>
          </a:p>
        </p:txBody>
      </p:sp>
      <p:pic>
        <p:nvPicPr>
          <p:cNvPr id="7" name="Picture 6">
            <a:extLst>
              <a:ext uri="{FF2B5EF4-FFF2-40B4-BE49-F238E27FC236}">
                <a16:creationId xmlns:a16="http://schemas.microsoft.com/office/drawing/2014/main" id="{AE2E82EB-7135-A71E-227C-51536B50C12B}"/>
              </a:ext>
            </a:extLst>
          </p:cNvPr>
          <p:cNvPicPr>
            <a:picLocks noChangeAspect="1"/>
          </p:cNvPicPr>
          <p:nvPr/>
        </p:nvPicPr>
        <p:blipFill>
          <a:blip r:embed="rId2"/>
          <a:srcRect r="52500" b="5555"/>
          <a:stretch>
            <a:fillRect/>
          </a:stretch>
        </p:blipFill>
        <p:spPr>
          <a:xfrm>
            <a:off x="4953000" y="1968719"/>
            <a:ext cx="4343400" cy="4857750"/>
          </a:xfrm>
          <a:prstGeom prst="rect">
            <a:avLst/>
          </a:prstGeom>
        </p:spPr>
      </p:pic>
      <p:sp>
        <p:nvSpPr>
          <p:cNvPr id="9" name="Rectangle: Rounded Corners 8">
            <a:extLst>
              <a:ext uri="{FF2B5EF4-FFF2-40B4-BE49-F238E27FC236}">
                <a16:creationId xmlns:a16="http://schemas.microsoft.com/office/drawing/2014/main" id="{453161E0-0B04-ED5F-330E-F67A7E891528}"/>
              </a:ext>
            </a:extLst>
          </p:cNvPr>
          <p:cNvSpPr/>
          <p:nvPr/>
        </p:nvSpPr>
        <p:spPr>
          <a:xfrm>
            <a:off x="6858000" y="6019800"/>
            <a:ext cx="304800" cy="381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5213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CFD69-DCD6-D78F-3192-B3EA9B4C32F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43AB17B-5DE0-B84C-CE2A-9C86DB42BD7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12F07C6C-C26A-DAF6-002C-0C52EADCBD0E}"/>
              </a:ext>
            </a:extLst>
          </p:cNvPr>
          <p:cNvSpPr txBox="1"/>
          <p:nvPr/>
        </p:nvSpPr>
        <p:spPr>
          <a:xfrm>
            <a:off x="0" y="457200"/>
            <a:ext cx="9062544" cy="3257174"/>
          </a:xfrm>
          <a:prstGeom prst="rect">
            <a:avLst/>
          </a:prstGeom>
          <a:noFill/>
        </p:spPr>
        <p:txBody>
          <a:bodyPr wrap="square">
            <a:spAutoFit/>
          </a:bodyPr>
          <a:lstStyle/>
          <a:p>
            <a:pPr>
              <a:lnSpc>
                <a:spcPct val="150000"/>
              </a:lnSpc>
              <a:buNone/>
            </a:pPr>
            <a:r>
              <a:rPr lang="en-US" sz="2800" dirty="0">
                <a:latin typeface="+mj-lt"/>
              </a:rPr>
              <a:t>Then click:</a:t>
            </a:r>
          </a:p>
          <a:p>
            <a:pPr rtl="0">
              <a:lnSpc>
                <a:spcPct val="150000"/>
              </a:lnSpc>
              <a:buNone/>
            </a:pPr>
            <a:r>
              <a:rPr lang="en-US" sz="2800" dirty="0">
                <a:latin typeface="+mj-lt"/>
              </a:rPr>
              <a:t>S1</a:t>
            </a:r>
          </a:p>
          <a:p>
            <a:pPr>
              <a:lnSpc>
                <a:spcPct val="150000"/>
              </a:lnSpc>
              <a:buNone/>
            </a:pPr>
            <a:r>
              <a:rPr lang="en-US" sz="2800" dirty="0">
                <a:latin typeface="+mj-lt"/>
              </a:rPr>
              <a:t>Choose:</a:t>
            </a:r>
          </a:p>
          <a:p>
            <a:pPr rtl="0">
              <a:lnSpc>
                <a:spcPct val="150000"/>
              </a:lnSpc>
              <a:buNone/>
            </a:pPr>
            <a:r>
              <a:rPr lang="en-US" sz="2800" dirty="0">
                <a:latin typeface="+mj-lt"/>
              </a:rPr>
              <a:t>FastEthernet0/6</a:t>
            </a:r>
          </a:p>
          <a:p>
            <a:pPr>
              <a:lnSpc>
                <a:spcPct val="150000"/>
              </a:lnSpc>
              <a:buNone/>
            </a:pPr>
            <a:r>
              <a:rPr lang="en-US" sz="2800" dirty="0">
                <a:latin typeface="+mj-lt"/>
              </a:rPr>
              <a:t>Therefore:</a:t>
            </a:r>
          </a:p>
        </p:txBody>
      </p:sp>
      <p:pic>
        <p:nvPicPr>
          <p:cNvPr id="4" name="Picture 3">
            <a:extLst>
              <a:ext uri="{FF2B5EF4-FFF2-40B4-BE49-F238E27FC236}">
                <a16:creationId xmlns:a16="http://schemas.microsoft.com/office/drawing/2014/main" id="{AAFBCBC0-996E-95A9-84F9-31BD0F5B5CDD}"/>
              </a:ext>
            </a:extLst>
          </p:cNvPr>
          <p:cNvPicPr>
            <a:picLocks noChangeAspect="1"/>
          </p:cNvPicPr>
          <p:nvPr/>
        </p:nvPicPr>
        <p:blipFill>
          <a:blip r:embed="rId2"/>
          <a:srcRect r="51667" b="26296"/>
          <a:stretch>
            <a:fillRect/>
          </a:stretch>
        </p:blipFill>
        <p:spPr>
          <a:xfrm>
            <a:off x="2966544" y="1099926"/>
            <a:ext cx="6096000" cy="5228896"/>
          </a:xfrm>
          <a:prstGeom prst="rect">
            <a:avLst/>
          </a:prstGeom>
          <a:ln>
            <a:solidFill>
              <a:srgbClr val="7030A0"/>
            </a:solidFill>
          </a:ln>
        </p:spPr>
      </p:pic>
    </p:spTree>
    <p:extLst>
      <p:ext uri="{BB962C8B-B14F-4D97-AF65-F5344CB8AC3E}">
        <p14:creationId xmlns:p14="http://schemas.microsoft.com/office/powerpoint/2010/main" val="3854421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689B6-390C-0A64-D420-9788BC5437D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B580EDA-C168-64C4-4295-0381BE761055}"/>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6" name="TextBox 5">
            <a:extLst>
              <a:ext uri="{FF2B5EF4-FFF2-40B4-BE49-F238E27FC236}">
                <a16:creationId xmlns:a16="http://schemas.microsoft.com/office/drawing/2014/main" id="{07F010D1-E20E-A138-3AC7-67BF5FAA5A6D}"/>
              </a:ext>
            </a:extLst>
          </p:cNvPr>
          <p:cNvSpPr txBox="1"/>
          <p:nvPr/>
        </p:nvSpPr>
        <p:spPr>
          <a:xfrm>
            <a:off x="0" y="529179"/>
            <a:ext cx="8976732" cy="5196166"/>
          </a:xfrm>
          <a:prstGeom prst="rect">
            <a:avLst/>
          </a:prstGeom>
          <a:noFill/>
        </p:spPr>
        <p:txBody>
          <a:bodyPr wrap="square">
            <a:spAutoFit/>
          </a:bodyPr>
          <a:lstStyle/>
          <a:p>
            <a:pPr>
              <a:lnSpc>
                <a:spcPct val="150000"/>
              </a:lnSpc>
              <a:buNone/>
            </a:pPr>
            <a:r>
              <a:rPr lang="en-US" sz="2800" b="1" dirty="0">
                <a:latin typeface="+mj-lt"/>
              </a:rPr>
              <a:t>Why straight-through?</a:t>
            </a:r>
          </a:p>
          <a:p>
            <a:pPr>
              <a:lnSpc>
                <a:spcPct val="150000"/>
              </a:lnSpc>
              <a:buNone/>
            </a:pPr>
            <a:r>
              <a:rPr lang="en-US" sz="2800" dirty="0">
                <a:latin typeface="+mj-lt"/>
              </a:rPr>
              <a:t>Traditionally, a straight-through Ethernet cable connects different device types, such as:</a:t>
            </a:r>
          </a:p>
          <a:p>
            <a:pPr rtl="0">
              <a:lnSpc>
                <a:spcPct val="150000"/>
              </a:lnSpc>
              <a:buNone/>
            </a:pPr>
            <a:r>
              <a:rPr lang="en-US" sz="2800" dirty="0">
                <a:latin typeface="+mj-lt"/>
              </a:rPr>
              <a:t>PC ↔ Switch</a:t>
            </a:r>
          </a:p>
          <a:p>
            <a:pPr rtl="0">
              <a:lnSpc>
                <a:spcPct val="150000"/>
              </a:lnSpc>
              <a:buNone/>
            </a:pPr>
            <a:r>
              <a:rPr lang="en-US" sz="2800" dirty="0">
                <a:latin typeface="+mj-lt"/>
              </a:rPr>
              <a:t>Router ↔ Switch</a:t>
            </a:r>
          </a:p>
          <a:p>
            <a:pPr>
              <a:lnSpc>
                <a:spcPct val="150000"/>
              </a:lnSpc>
              <a:buNone/>
            </a:pPr>
            <a:r>
              <a:rPr lang="en-US" sz="2800" dirty="0">
                <a:latin typeface="+mj-lt"/>
              </a:rPr>
              <a:t>Packet Tracer may also </a:t>
            </a:r>
            <a:br>
              <a:rPr lang="en-US" sz="2800" dirty="0">
                <a:latin typeface="+mj-lt"/>
              </a:rPr>
            </a:br>
            <a:r>
              <a:rPr lang="en-US" sz="2800" dirty="0">
                <a:latin typeface="+mj-lt"/>
              </a:rPr>
              <a:t>automatically select suitable cabling, but we want you to understand what the cable represents.</a:t>
            </a:r>
          </a:p>
        </p:txBody>
      </p:sp>
      <p:pic>
        <p:nvPicPr>
          <p:cNvPr id="8" name="Picture 7">
            <a:extLst>
              <a:ext uri="{FF2B5EF4-FFF2-40B4-BE49-F238E27FC236}">
                <a16:creationId xmlns:a16="http://schemas.microsoft.com/office/drawing/2014/main" id="{6AF7D3CB-5C14-80AA-58FD-45A2B74069B2}"/>
              </a:ext>
            </a:extLst>
          </p:cNvPr>
          <p:cNvPicPr>
            <a:picLocks noChangeAspect="1"/>
          </p:cNvPicPr>
          <p:nvPr/>
        </p:nvPicPr>
        <p:blipFill>
          <a:blip r:embed="rId2"/>
          <a:srcRect r="50000" b="50000"/>
          <a:stretch>
            <a:fillRect/>
          </a:stretch>
        </p:blipFill>
        <p:spPr>
          <a:xfrm>
            <a:off x="4635190" y="1905000"/>
            <a:ext cx="4508810" cy="2536206"/>
          </a:xfrm>
          <a:prstGeom prst="rect">
            <a:avLst/>
          </a:prstGeom>
          <a:ln>
            <a:solidFill>
              <a:srgbClr val="7030A0"/>
            </a:solidFill>
          </a:ln>
        </p:spPr>
      </p:pic>
    </p:spTree>
    <p:extLst>
      <p:ext uri="{BB962C8B-B14F-4D97-AF65-F5344CB8AC3E}">
        <p14:creationId xmlns:p14="http://schemas.microsoft.com/office/powerpoint/2010/main" val="3281528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818F-5060-C658-DCCF-22044991AB7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C1220B7-C74D-544B-5A47-DF26A929827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81F4725E-2DE5-F4D3-4479-F61D956E53B1}"/>
              </a:ext>
            </a:extLst>
          </p:cNvPr>
          <p:cNvSpPr txBox="1"/>
          <p:nvPr/>
        </p:nvSpPr>
        <p:spPr>
          <a:xfrm>
            <a:off x="0" y="235019"/>
            <a:ext cx="8987882" cy="6775381"/>
          </a:xfrm>
          <a:prstGeom prst="rect">
            <a:avLst/>
          </a:prstGeom>
          <a:noFill/>
        </p:spPr>
        <p:txBody>
          <a:bodyPr wrap="square">
            <a:spAutoFit/>
          </a:bodyPr>
          <a:lstStyle/>
          <a:p>
            <a:pPr>
              <a:lnSpc>
                <a:spcPct val="150000"/>
              </a:lnSpc>
              <a:buNone/>
            </a:pPr>
            <a:r>
              <a:rPr lang="en-US" sz="2800" b="1" dirty="0">
                <a:latin typeface="+mj-lt"/>
              </a:rPr>
              <a:t>Step 5 — Connect S1 to R1</a:t>
            </a:r>
          </a:p>
          <a:p>
            <a:pPr>
              <a:lnSpc>
                <a:spcPct val="150000"/>
              </a:lnSpc>
              <a:buNone/>
            </a:pPr>
            <a:r>
              <a:rPr lang="en-US" sz="2400" dirty="0">
                <a:latin typeface="+mj-lt"/>
              </a:rPr>
              <a:t>Again select:</a:t>
            </a:r>
          </a:p>
          <a:p>
            <a:pPr rtl="0">
              <a:lnSpc>
                <a:spcPct val="150000"/>
              </a:lnSpc>
              <a:buNone/>
            </a:pPr>
            <a:r>
              <a:rPr lang="en-US" sz="2400" dirty="0">
                <a:latin typeface="+mj-lt"/>
              </a:rPr>
              <a:t>Copper Straight-Through</a:t>
            </a:r>
          </a:p>
          <a:p>
            <a:pPr>
              <a:lnSpc>
                <a:spcPct val="150000"/>
              </a:lnSpc>
              <a:buNone/>
            </a:pPr>
            <a:r>
              <a:rPr lang="en-US" sz="2400" dirty="0">
                <a:latin typeface="+mj-lt"/>
              </a:rPr>
              <a:t>Connect:</a:t>
            </a:r>
          </a:p>
          <a:p>
            <a:pPr rtl="0">
              <a:lnSpc>
                <a:spcPct val="150000"/>
              </a:lnSpc>
              <a:buNone/>
            </a:pPr>
            <a:r>
              <a:rPr lang="en-US" sz="2400" dirty="0">
                <a:latin typeface="+mj-lt"/>
              </a:rPr>
              <a:t>S1 FastEthernet0/5</a:t>
            </a:r>
          </a:p>
          <a:p>
            <a:pPr>
              <a:lnSpc>
                <a:spcPct val="150000"/>
              </a:lnSpc>
              <a:buNone/>
            </a:pPr>
            <a:r>
              <a:rPr lang="en-US" sz="2400" dirty="0">
                <a:latin typeface="+mj-lt"/>
              </a:rPr>
              <a:t>to:</a:t>
            </a:r>
          </a:p>
          <a:p>
            <a:pPr rtl="0">
              <a:lnSpc>
                <a:spcPct val="150000"/>
              </a:lnSpc>
              <a:buNone/>
            </a:pPr>
            <a:r>
              <a:rPr lang="en-US" sz="2400" dirty="0">
                <a:latin typeface="+mj-lt"/>
              </a:rPr>
              <a:t>R1 GigabitEthernet0/1</a:t>
            </a:r>
          </a:p>
          <a:p>
            <a:pPr>
              <a:lnSpc>
                <a:spcPct val="150000"/>
              </a:lnSpc>
              <a:buNone/>
            </a:pPr>
            <a:r>
              <a:rPr lang="en-US" sz="2400" dirty="0">
                <a:latin typeface="+mj-lt"/>
              </a:rPr>
              <a:t>So:</a:t>
            </a:r>
          </a:p>
          <a:p>
            <a:pPr rtl="0">
              <a:lnSpc>
                <a:spcPct val="150000"/>
              </a:lnSpc>
              <a:buNone/>
            </a:pPr>
            <a:r>
              <a:rPr lang="en-US" sz="2400" dirty="0">
                <a:latin typeface="+mj-lt"/>
              </a:rPr>
              <a:t>S1 F0/5 ───────── R1 G0/1</a:t>
            </a:r>
          </a:p>
          <a:p>
            <a:pPr>
              <a:lnSpc>
                <a:spcPct val="150000"/>
              </a:lnSpc>
              <a:buNone/>
            </a:pPr>
            <a:r>
              <a:rPr lang="en-US" sz="2400" dirty="0">
                <a:latin typeface="+mj-lt"/>
              </a:rPr>
              <a:t>Notice something important:</a:t>
            </a:r>
          </a:p>
          <a:p>
            <a:pPr rtl="0">
              <a:lnSpc>
                <a:spcPct val="150000"/>
              </a:lnSpc>
              <a:buNone/>
            </a:pPr>
            <a:r>
              <a:rPr lang="en-US" sz="2400" dirty="0">
                <a:latin typeface="+mj-lt"/>
              </a:rPr>
              <a:t>F = </a:t>
            </a:r>
            <a:r>
              <a:rPr lang="en-US" sz="2400" dirty="0" err="1">
                <a:latin typeface="+mj-lt"/>
              </a:rPr>
              <a:t>FastEthernet</a:t>
            </a:r>
            <a:endParaRPr lang="en-US" sz="2400" dirty="0">
              <a:latin typeface="+mj-lt"/>
            </a:endParaRPr>
          </a:p>
          <a:p>
            <a:pPr rtl="0">
              <a:lnSpc>
                <a:spcPct val="150000"/>
              </a:lnSpc>
              <a:buNone/>
            </a:pPr>
            <a:r>
              <a:rPr lang="en-US" sz="2400" dirty="0">
                <a:latin typeface="+mj-lt"/>
              </a:rPr>
              <a:t>G = </a:t>
            </a:r>
            <a:r>
              <a:rPr lang="en-US" sz="2400" dirty="0" err="1">
                <a:latin typeface="+mj-lt"/>
              </a:rPr>
              <a:t>GigabitEthernet</a:t>
            </a:r>
            <a:endParaRPr lang="en-US" sz="2400" dirty="0">
              <a:latin typeface="+mj-lt"/>
            </a:endParaRPr>
          </a:p>
        </p:txBody>
      </p:sp>
      <p:pic>
        <p:nvPicPr>
          <p:cNvPr id="7" name="Picture 6">
            <a:extLst>
              <a:ext uri="{FF2B5EF4-FFF2-40B4-BE49-F238E27FC236}">
                <a16:creationId xmlns:a16="http://schemas.microsoft.com/office/drawing/2014/main" id="{1B6256E8-31BB-DACD-9EFC-2175173F9DF0}"/>
              </a:ext>
            </a:extLst>
          </p:cNvPr>
          <p:cNvPicPr>
            <a:picLocks noChangeAspect="1"/>
          </p:cNvPicPr>
          <p:nvPr/>
        </p:nvPicPr>
        <p:blipFill>
          <a:blip r:embed="rId2"/>
          <a:srcRect r="52500" b="50000"/>
          <a:stretch>
            <a:fillRect/>
          </a:stretch>
        </p:blipFill>
        <p:spPr>
          <a:xfrm>
            <a:off x="4114800" y="2050687"/>
            <a:ext cx="5029200" cy="2977816"/>
          </a:xfrm>
          <a:prstGeom prst="rect">
            <a:avLst/>
          </a:prstGeom>
          <a:ln>
            <a:solidFill>
              <a:srgbClr val="7030A0"/>
            </a:solidFill>
          </a:ln>
        </p:spPr>
      </p:pic>
    </p:spTree>
    <p:extLst>
      <p:ext uri="{BB962C8B-B14F-4D97-AF65-F5344CB8AC3E}">
        <p14:creationId xmlns:p14="http://schemas.microsoft.com/office/powerpoint/2010/main" val="3637111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DC07-845B-4BCC-98BD-20B8E8CFE71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5937903-EEB9-A3CA-6553-B717AB35F89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CAA826E5-4904-3926-D829-E2793A529124}"/>
              </a:ext>
            </a:extLst>
          </p:cNvPr>
          <p:cNvSpPr txBox="1"/>
          <p:nvPr/>
        </p:nvSpPr>
        <p:spPr>
          <a:xfrm>
            <a:off x="0" y="533400"/>
            <a:ext cx="8996516" cy="5842497"/>
          </a:xfrm>
          <a:prstGeom prst="rect">
            <a:avLst/>
          </a:prstGeom>
          <a:noFill/>
        </p:spPr>
        <p:txBody>
          <a:bodyPr wrap="square">
            <a:spAutoFit/>
          </a:bodyPr>
          <a:lstStyle/>
          <a:p>
            <a:pPr>
              <a:lnSpc>
                <a:spcPct val="150000"/>
              </a:lnSpc>
              <a:buNone/>
            </a:pPr>
            <a:r>
              <a:rPr lang="en-US" sz="2800" b="1" dirty="0">
                <a:latin typeface="+mj-lt"/>
              </a:rPr>
              <a:t>Step 6 — Connect R1 to PC-B</a:t>
            </a:r>
          </a:p>
          <a:p>
            <a:pPr>
              <a:lnSpc>
                <a:spcPct val="150000"/>
              </a:lnSpc>
              <a:buNone/>
            </a:pPr>
            <a:r>
              <a:rPr lang="en-US" sz="2800" dirty="0">
                <a:latin typeface="+mj-lt"/>
              </a:rPr>
              <a:t>Connect:</a:t>
            </a:r>
          </a:p>
          <a:p>
            <a:pPr rtl="0">
              <a:lnSpc>
                <a:spcPct val="150000"/>
              </a:lnSpc>
              <a:buNone/>
            </a:pPr>
            <a:r>
              <a:rPr lang="en-US" sz="2800" dirty="0">
                <a:latin typeface="+mj-lt"/>
              </a:rPr>
              <a:t>R1 G0/0</a:t>
            </a:r>
          </a:p>
          <a:p>
            <a:pPr>
              <a:lnSpc>
                <a:spcPct val="150000"/>
              </a:lnSpc>
              <a:buNone/>
            </a:pPr>
            <a:r>
              <a:rPr lang="en-US" sz="2800" dirty="0">
                <a:latin typeface="+mj-lt"/>
              </a:rPr>
              <a:t>to:</a:t>
            </a:r>
          </a:p>
          <a:p>
            <a:pPr rtl="0">
              <a:lnSpc>
                <a:spcPct val="150000"/>
              </a:lnSpc>
              <a:buNone/>
            </a:pPr>
            <a:r>
              <a:rPr lang="en-US" sz="2800" dirty="0">
                <a:latin typeface="+mj-lt"/>
              </a:rPr>
              <a:t>PC-B FastEthernet0</a:t>
            </a:r>
          </a:p>
          <a:p>
            <a:pPr>
              <a:lnSpc>
                <a:spcPct val="150000"/>
              </a:lnSpc>
              <a:buNone/>
            </a:pPr>
            <a:r>
              <a:rPr lang="en-US" sz="2800" dirty="0">
                <a:latin typeface="+mj-lt"/>
              </a:rPr>
              <a:t>For the Cisco 1941 in this lab, you can use:</a:t>
            </a:r>
          </a:p>
          <a:p>
            <a:pPr rtl="0">
              <a:lnSpc>
                <a:spcPct val="150000"/>
              </a:lnSpc>
              <a:buNone/>
            </a:pPr>
            <a:r>
              <a:rPr lang="en-US" sz="2800" dirty="0">
                <a:latin typeface="+mj-lt"/>
              </a:rPr>
              <a:t>Copper Straight-Through</a:t>
            </a:r>
          </a:p>
          <a:p>
            <a:pPr>
              <a:lnSpc>
                <a:spcPct val="150000"/>
              </a:lnSpc>
              <a:buNone/>
            </a:pPr>
            <a:r>
              <a:rPr lang="en-US" sz="2800" dirty="0">
                <a:latin typeface="+mj-lt"/>
              </a:rPr>
              <a:t>The lab notes that its Gigabit Ethernet interfaces support autosensing.</a:t>
            </a:r>
          </a:p>
        </p:txBody>
      </p:sp>
      <p:pic>
        <p:nvPicPr>
          <p:cNvPr id="8" name="Picture 7">
            <a:extLst>
              <a:ext uri="{FF2B5EF4-FFF2-40B4-BE49-F238E27FC236}">
                <a16:creationId xmlns:a16="http://schemas.microsoft.com/office/drawing/2014/main" id="{B7B0F9FB-2C15-3F0B-4244-3336603A6900}"/>
              </a:ext>
            </a:extLst>
          </p:cNvPr>
          <p:cNvPicPr>
            <a:picLocks noChangeAspect="1"/>
          </p:cNvPicPr>
          <p:nvPr/>
        </p:nvPicPr>
        <p:blipFill>
          <a:blip r:embed="rId2"/>
          <a:srcRect r="52097" b="54731"/>
          <a:stretch>
            <a:fillRect/>
          </a:stretch>
        </p:blipFill>
        <p:spPr>
          <a:xfrm>
            <a:off x="3658494" y="1143000"/>
            <a:ext cx="5362603" cy="2850576"/>
          </a:xfrm>
          <a:prstGeom prst="rect">
            <a:avLst/>
          </a:prstGeom>
          <a:ln>
            <a:solidFill>
              <a:srgbClr val="7030A0"/>
            </a:solidFill>
          </a:ln>
        </p:spPr>
      </p:pic>
    </p:spTree>
    <p:extLst>
      <p:ext uri="{BB962C8B-B14F-4D97-AF65-F5344CB8AC3E}">
        <p14:creationId xmlns:p14="http://schemas.microsoft.com/office/powerpoint/2010/main" val="3755335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2E4A-6AF5-6778-FD82-EBDC86956C4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BD5E97D-CD44-0B02-696C-39E6355B309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8" name="Picture 7">
            <a:extLst>
              <a:ext uri="{FF2B5EF4-FFF2-40B4-BE49-F238E27FC236}">
                <a16:creationId xmlns:a16="http://schemas.microsoft.com/office/drawing/2014/main" id="{0D659663-8970-8BE0-756C-6BE65F16D247}"/>
              </a:ext>
            </a:extLst>
          </p:cNvPr>
          <p:cNvPicPr>
            <a:picLocks noChangeAspect="1"/>
          </p:cNvPicPr>
          <p:nvPr/>
        </p:nvPicPr>
        <p:blipFill>
          <a:blip r:embed="rId2"/>
          <a:srcRect r="52097" b="54731"/>
          <a:stretch>
            <a:fillRect/>
          </a:stretch>
        </p:blipFill>
        <p:spPr>
          <a:xfrm>
            <a:off x="3778939" y="3975893"/>
            <a:ext cx="5362603" cy="2850576"/>
          </a:xfrm>
          <a:prstGeom prst="rect">
            <a:avLst/>
          </a:prstGeom>
          <a:ln>
            <a:solidFill>
              <a:srgbClr val="7030A0"/>
            </a:solidFill>
          </a:ln>
        </p:spPr>
      </p:pic>
      <p:sp>
        <p:nvSpPr>
          <p:cNvPr id="7" name="TextBox 6">
            <a:extLst>
              <a:ext uri="{FF2B5EF4-FFF2-40B4-BE49-F238E27FC236}">
                <a16:creationId xmlns:a16="http://schemas.microsoft.com/office/drawing/2014/main" id="{8C032847-443A-29DE-1D62-21957EC6D8F4}"/>
              </a:ext>
            </a:extLst>
          </p:cNvPr>
          <p:cNvSpPr txBox="1"/>
          <p:nvPr/>
        </p:nvSpPr>
        <p:spPr>
          <a:xfrm>
            <a:off x="0" y="762000"/>
            <a:ext cx="8981768" cy="3257174"/>
          </a:xfrm>
          <a:prstGeom prst="rect">
            <a:avLst/>
          </a:prstGeom>
          <a:noFill/>
        </p:spPr>
        <p:txBody>
          <a:bodyPr wrap="square">
            <a:spAutoFit/>
          </a:bodyPr>
          <a:lstStyle/>
          <a:p>
            <a:pPr>
              <a:lnSpc>
                <a:spcPct val="150000"/>
              </a:lnSpc>
            </a:pPr>
            <a:r>
              <a:rPr lang="en-US" sz="2800" dirty="0">
                <a:latin typeface="+mj-lt"/>
              </a:rPr>
              <a:t>The green indicators on PC-A ↔ S1 show that link is up. The red indicators around R1 are expected at this stage if the router interfaces have not yet been enabled/configured. Cisco router Ethernet interfaces are typically administratively down until you issue:</a:t>
            </a:r>
          </a:p>
        </p:txBody>
      </p:sp>
    </p:spTree>
    <p:extLst>
      <p:ext uri="{BB962C8B-B14F-4D97-AF65-F5344CB8AC3E}">
        <p14:creationId xmlns:p14="http://schemas.microsoft.com/office/powerpoint/2010/main" val="2157404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611AD-C2EE-6CC2-B178-F12DFB615F4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6832B6F-6F59-CFB0-00D3-6348D036074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421DFF7D-EA54-5474-D6E5-7C1DDF788988}"/>
              </a:ext>
            </a:extLst>
          </p:cNvPr>
          <p:cNvSpPr txBox="1"/>
          <p:nvPr/>
        </p:nvSpPr>
        <p:spPr>
          <a:xfrm>
            <a:off x="81116" y="2123578"/>
            <a:ext cx="8981768" cy="2610843"/>
          </a:xfrm>
          <a:prstGeom prst="rect">
            <a:avLst/>
          </a:prstGeom>
          <a:noFill/>
        </p:spPr>
        <p:txBody>
          <a:bodyPr wrap="square">
            <a:spAutoFit/>
          </a:bodyPr>
          <a:lstStyle/>
          <a:p>
            <a:pPr>
              <a:lnSpc>
                <a:spcPct val="150000"/>
              </a:lnSpc>
              <a:buNone/>
            </a:pPr>
            <a:r>
              <a:rPr lang="en-US" sz="2800" b="1" dirty="0">
                <a:latin typeface="+mj-lt"/>
              </a:rPr>
              <a:t>What about Lo0 and Lo1?</a:t>
            </a:r>
          </a:p>
          <a:p>
            <a:pPr>
              <a:lnSpc>
                <a:spcPct val="150000"/>
              </a:lnSpc>
              <a:buNone/>
            </a:pPr>
            <a:r>
              <a:rPr lang="en-US" sz="2800" dirty="0">
                <a:latin typeface="+mj-lt"/>
              </a:rPr>
              <a:t>We do not drag two more devices into Packet Tracer.</a:t>
            </a:r>
          </a:p>
          <a:p>
            <a:pPr>
              <a:lnSpc>
                <a:spcPct val="150000"/>
              </a:lnSpc>
              <a:buNone/>
            </a:pPr>
            <a:r>
              <a:rPr lang="en-US" sz="2800" dirty="0">
                <a:latin typeface="+mj-lt"/>
              </a:rPr>
              <a:t>Lo0 and Lo1 are virtual interfaces inside R1.</a:t>
            </a:r>
          </a:p>
          <a:p>
            <a:pPr>
              <a:lnSpc>
                <a:spcPct val="150000"/>
              </a:lnSpc>
              <a:buNone/>
            </a:pPr>
            <a:r>
              <a:rPr lang="en-US" sz="2800" dirty="0">
                <a:latin typeface="+mj-lt"/>
              </a:rPr>
              <a:t>We will create them later using IOS commands.</a:t>
            </a:r>
          </a:p>
        </p:txBody>
      </p:sp>
    </p:spTree>
    <p:extLst>
      <p:ext uri="{BB962C8B-B14F-4D97-AF65-F5344CB8AC3E}">
        <p14:creationId xmlns:p14="http://schemas.microsoft.com/office/powerpoint/2010/main" val="339298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3024B-04E0-8140-A820-B3B9D4A0FA2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6C3AB63-2F04-C65D-D473-1D0E10B4EE7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06FD2E56-733E-5E30-E7CB-637EBB1DA1D3}"/>
              </a:ext>
            </a:extLst>
          </p:cNvPr>
          <p:cNvSpPr txBox="1"/>
          <p:nvPr/>
        </p:nvSpPr>
        <p:spPr>
          <a:xfrm>
            <a:off x="0" y="457200"/>
            <a:ext cx="8981768" cy="6678238"/>
          </a:xfrm>
          <a:prstGeom prst="rect">
            <a:avLst/>
          </a:prstGeom>
          <a:noFill/>
        </p:spPr>
        <p:txBody>
          <a:bodyPr wrap="square">
            <a:spAutoFit/>
          </a:bodyPr>
          <a:lstStyle/>
          <a:p>
            <a:pPr>
              <a:lnSpc>
                <a:spcPct val="150000"/>
              </a:lnSpc>
              <a:buNone/>
            </a:pPr>
            <a:r>
              <a:rPr lang="en-US" sz="2800" b="1" dirty="0">
                <a:latin typeface="+mj-lt"/>
              </a:rPr>
              <a:t>Task 2 — Design the Subnetting Scheme</a:t>
            </a:r>
          </a:p>
          <a:p>
            <a:pPr>
              <a:lnSpc>
                <a:spcPct val="150000"/>
              </a:lnSpc>
              <a:buNone/>
            </a:pPr>
            <a:r>
              <a:rPr lang="en-US" sz="2500" dirty="0">
                <a:latin typeface="+mj-lt"/>
              </a:rPr>
              <a:t>Now we move from physical design to logical design.</a:t>
            </a:r>
          </a:p>
          <a:p>
            <a:pPr>
              <a:lnSpc>
                <a:spcPct val="150000"/>
              </a:lnSpc>
              <a:buNone/>
            </a:pPr>
            <a:r>
              <a:rPr lang="en-US" sz="2500" dirty="0">
                <a:latin typeface="+mj-lt"/>
              </a:rPr>
              <a:t>We have:</a:t>
            </a:r>
          </a:p>
          <a:p>
            <a:pPr rtl="0">
              <a:lnSpc>
                <a:spcPct val="150000"/>
              </a:lnSpc>
              <a:buNone/>
            </a:pPr>
            <a:r>
              <a:rPr lang="en-US" sz="2500" dirty="0">
                <a:highlight>
                  <a:srgbClr val="FFFF00"/>
                </a:highlight>
                <a:latin typeface="+mj-lt"/>
              </a:rPr>
              <a:t>192.168.0.0/24</a:t>
            </a:r>
          </a:p>
          <a:p>
            <a:pPr>
              <a:lnSpc>
                <a:spcPct val="150000"/>
              </a:lnSpc>
              <a:buNone/>
            </a:pPr>
            <a:r>
              <a:rPr lang="en-US" sz="2500" dirty="0">
                <a:latin typeface="+mj-lt"/>
              </a:rPr>
              <a:t>Requirements:</a:t>
            </a:r>
          </a:p>
          <a:p>
            <a:pPr rtl="0">
              <a:lnSpc>
                <a:spcPct val="150000"/>
              </a:lnSpc>
              <a:buNone/>
            </a:pPr>
            <a:r>
              <a:rPr lang="en-US" sz="2500" dirty="0">
                <a:highlight>
                  <a:srgbClr val="FFFF00"/>
                </a:highlight>
                <a:latin typeface="+mj-lt"/>
              </a:rPr>
              <a:t>Employee LAN       ≥ 25 hosts</a:t>
            </a:r>
          </a:p>
          <a:p>
            <a:pPr rtl="0">
              <a:lnSpc>
                <a:spcPct val="150000"/>
              </a:lnSpc>
              <a:buNone/>
            </a:pPr>
            <a:r>
              <a:rPr lang="en-US" sz="2500" dirty="0">
                <a:highlight>
                  <a:srgbClr val="FFFF00"/>
                </a:highlight>
                <a:latin typeface="+mj-lt"/>
              </a:rPr>
              <a:t>Administration LAN ≥ 10 hosts</a:t>
            </a:r>
          </a:p>
          <a:p>
            <a:pPr rtl="0">
              <a:lnSpc>
                <a:spcPct val="150000"/>
              </a:lnSpc>
              <a:buNone/>
            </a:pPr>
            <a:r>
              <a:rPr lang="en-US" sz="2500" dirty="0">
                <a:highlight>
                  <a:srgbClr val="FFFF00"/>
                </a:highlight>
                <a:latin typeface="+mj-lt"/>
              </a:rPr>
              <a:t>Loopback 0         1 subnet</a:t>
            </a:r>
          </a:p>
          <a:p>
            <a:pPr rtl="0">
              <a:lnSpc>
                <a:spcPct val="150000"/>
              </a:lnSpc>
              <a:buNone/>
            </a:pPr>
            <a:r>
              <a:rPr lang="en-US" sz="2500" dirty="0">
                <a:highlight>
                  <a:srgbClr val="FFFF00"/>
                </a:highlight>
                <a:latin typeface="+mj-lt"/>
              </a:rPr>
              <a:t>Loopback 1         1 subnet</a:t>
            </a:r>
          </a:p>
          <a:p>
            <a:pPr rtl="0">
              <a:lnSpc>
                <a:spcPct val="150000"/>
              </a:lnSpc>
              <a:buNone/>
            </a:pPr>
            <a:r>
              <a:rPr lang="en-US" sz="2500" dirty="0">
                <a:highlight>
                  <a:srgbClr val="FFFF00"/>
                </a:highlight>
                <a:latin typeface="+mj-lt"/>
              </a:rPr>
              <a:t>Future network     1 subnet</a:t>
            </a:r>
          </a:p>
          <a:p>
            <a:pPr rtl="0">
              <a:lnSpc>
                <a:spcPct val="150000"/>
              </a:lnSpc>
              <a:buNone/>
            </a:pPr>
            <a:r>
              <a:rPr lang="en-US" sz="2500" dirty="0">
                <a:highlight>
                  <a:srgbClr val="FFFF00"/>
                </a:highlight>
                <a:latin typeface="+mj-lt"/>
              </a:rPr>
              <a:t>Future network     1 subnet</a:t>
            </a:r>
          </a:p>
        </p:txBody>
      </p:sp>
    </p:spTree>
    <p:extLst>
      <p:ext uri="{BB962C8B-B14F-4D97-AF65-F5344CB8AC3E}">
        <p14:creationId xmlns:p14="http://schemas.microsoft.com/office/powerpoint/2010/main" val="2572784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3AEBA-CD4E-F63E-D54B-CB2308DD43E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7DCA8A2-85AC-3270-C13F-3E2EAF35C28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B378D697-5AB8-E8F6-2499-88819A5EF796}"/>
              </a:ext>
            </a:extLst>
          </p:cNvPr>
          <p:cNvSpPr txBox="1"/>
          <p:nvPr/>
        </p:nvSpPr>
        <p:spPr>
          <a:xfrm>
            <a:off x="0" y="1905000"/>
            <a:ext cx="8981768" cy="2610843"/>
          </a:xfrm>
          <a:prstGeom prst="rect">
            <a:avLst/>
          </a:prstGeom>
          <a:noFill/>
        </p:spPr>
        <p:txBody>
          <a:bodyPr wrap="square">
            <a:spAutoFit/>
          </a:bodyPr>
          <a:lstStyle/>
          <a:p>
            <a:pPr>
              <a:lnSpc>
                <a:spcPct val="150000"/>
              </a:lnSpc>
              <a:buNone/>
            </a:pPr>
            <a:r>
              <a:rPr lang="en-US" sz="2800" dirty="0">
                <a:latin typeface="+mj-lt"/>
              </a:rPr>
              <a:t>Therefore, how many subnets do we need?</a:t>
            </a:r>
          </a:p>
          <a:p>
            <a:pPr>
              <a:lnSpc>
                <a:spcPct val="150000"/>
              </a:lnSpc>
              <a:buNone/>
            </a:pPr>
            <a:r>
              <a:rPr lang="en-US" sz="2800" dirty="0">
                <a:latin typeface="+mj-lt"/>
              </a:rPr>
              <a:t>6 subnets minimum</a:t>
            </a:r>
          </a:p>
          <a:p>
            <a:pPr>
              <a:lnSpc>
                <a:spcPct val="150000"/>
              </a:lnSpc>
              <a:buNone/>
            </a:pPr>
            <a:r>
              <a:rPr lang="en-US" sz="2800" dirty="0">
                <a:latin typeface="+mj-lt"/>
              </a:rPr>
              <a:t>And what is our largest host requirement?</a:t>
            </a:r>
          </a:p>
          <a:p>
            <a:pPr>
              <a:lnSpc>
                <a:spcPct val="150000"/>
              </a:lnSpc>
              <a:buNone/>
            </a:pPr>
            <a:r>
              <a:rPr lang="en-US" sz="2800" dirty="0">
                <a:latin typeface="+mj-lt"/>
              </a:rPr>
              <a:t>25 hosts</a:t>
            </a:r>
          </a:p>
        </p:txBody>
      </p:sp>
    </p:spTree>
    <p:extLst>
      <p:ext uri="{BB962C8B-B14F-4D97-AF65-F5344CB8AC3E}">
        <p14:creationId xmlns:p14="http://schemas.microsoft.com/office/powerpoint/2010/main" val="262132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 calcmode="lin" valueType="num">
                                      <p:cBhvr additive="base">
                                        <p:cTn id="1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64C5B-95CE-E5FC-54C7-BDBA95B36AE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832D460-DF75-011F-563A-B5A5640D6EE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2B720C86-A76A-5501-9EB6-545E4D07A5C8}"/>
              </a:ext>
            </a:extLst>
          </p:cNvPr>
          <p:cNvSpPr txBox="1"/>
          <p:nvPr/>
        </p:nvSpPr>
        <p:spPr>
          <a:xfrm>
            <a:off x="0" y="457200"/>
            <a:ext cx="8981768" cy="6488828"/>
          </a:xfrm>
          <a:prstGeom prst="rect">
            <a:avLst/>
          </a:prstGeom>
          <a:noFill/>
        </p:spPr>
        <p:txBody>
          <a:bodyPr wrap="square">
            <a:spAutoFit/>
          </a:bodyPr>
          <a:lstStyle/>
          <a:p>
            <a:pPr>
              <a:lnSpc>
                <a:spcPct val="150000"/>
              </a:lnSpc>
            </a:pPr>
            <a:r>
              <a:rPr lang="en-US" sz="2800" b="1" dirty="0">
                <a:latin typeface="+mj-lt"/>
              </a:rPr>
              <a:t>Step 1 — Understand the original /24</a:t>
            </a:r>
          </a:p>
          <a:p>
            <a:pPr>
              <a:lnSpc>
                <a:spcPct val="150000"/>
              </a:lnSpc>
            </a:pPr>
            <a:r>
              <a:rPr lang="en-US" sz="2800" dirty="0">
                <a:latin typeface="+mj-lt"/>
              </a:rPr>
              <a:t>A /24 means:</a:t>
            </a:r>
          </a:p>
          <a:p>
            <a:pPr rtl="0">
              <a:lnSpc>
                <a:spcPct val="150000"/>
              </a:lnSpc>
            </a:pPr>
            <a:r>
              <a:rPr lang="en-US" sz="2800" dirty="0">
                <a:latin typeface="+mj-lt"/>
              </a:rPr>
              <a:t>11111111.11111111.11111111.00000000</a:t>
            </a:r>
          </a:p>
          <a:p>
            <a:pPr>
              <a:lnSpc>
                <a:spcPct val="150000"/>
              </a:lnSpc>
            </a:pPr>
            <a:r>
              <a:rPr lang="en-US" sz="2800" dirty="0">
                <a:latin typeface="+mj-lt"/>
              </a:rPr>
              <a:t>or:</a:t>
            </a:r>
          </a:p>
          <a:p>
            <a:pPr rtl="0">
              <a:lnSpc>
                <a:spcPct val="150000"/>
              </a:lnSpc>
            </a:pPr>
            <a:r>
              <a:rPr lang="en-US" sz="2800" dirty="0">
                <a:latin typeface="+mj-lt"/>
              </a:rPr>
              <a:t>255.255.255.0</a:t>
            </a:r>
          </a:p>
          <a:p>
            <a:pPr>
              <a:lnSpc>
                <a:spcPct val="150000"/>
              </a:lnSpc>
            </a:pPr>
            <a:r>
              <a:rPr lang="en-US" sz="2800" dirty="0">
                <a:latin typeface="+mj-lt"/>
              </a:rPr>
              <a:t>The 1s identify the: Network portion</a:t>
            </a:r>
          </a:p>
          <a:p>
            <a:pPr>
              <a:lnSpc>
                <a:spcPct val="150000"/>
              </a:lnSpc>
            </a:pPr>
            <a:r>
              <a:rPr lang="en-US" sz="2800" dirty="0">
                <a:latin typeface="+mj-lt"/>
              </a:rPr>
              <a:t>The 0s identify the: Host portion</a:t>
            </a:r>
          </a:p>
          <a:p>
            <a:pPr>
              <a:lnSpc>
                <a:spcPct val="150000"/>
              </a:lnSpc>
            </a:pPr>
            <a:r>
              <a:rPr lang="en-US" sz="2800" dirty="0">
                <a:latin typeface="+mj-lt"/>
              </a:rPr>
              <a:t>We currently have: </a:t>
            </a:r>
          </a:p>
          <a:p>
            <a:pPr rtl="0">
              <a:lnSpc>
                <a:spcPct val="150000"/>
              </a:lnSpc>
            </a:pPr>
            <a:r>
              <a:rPr lang="en-US" sz="2800" dirty="0">
                <a:latin typeface="+mj-lt"/>
              </a:rPr>
              <a:t>24 network bits</a:t>
            </a:r>
          </a:p>
          <a:p>
            <a:pPr rtl="0">
              <a:lnSpc>
                <a:spcPct val="150000"/>
              </a:lnSpc>
            </a:pPr>
            <a:r>
              <a:rPr lang="en-US" sz="2800" dirty="0">
                <a:latin typeface="+mj-lt"/>
              </a:rPr>
              <a:t>8 host bits</a:t>
            </a:r>
          </a:p>
        </p:txBody>
      </p:sp>
    </p:spTree>
    <p:extLst>
      <p:ext uri="{BB962C8B-B14F-4D97-AF65-F5344CB8AC3E}">
        <p14:creationId xmlns:p14="http://schemas.microsoft.com/office/powerpoint/2010/main" val="181131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1B8B-5CFB-BD15-BAA1-91C511DC2E1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C7F8992-BEA5-00AD-3FDE-A7FC9DAC2D8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2398A489-7184-6649-556F-64232D4A2006}"/>
              </a:ext>
            </a:extLst>
          </p:cNvPr>
          <p:cNvSpPr txBox="1"/>
          <p:nvPr/>
        </p:nvSpPr>
        <p:spPr>
          <a:xfrm>
            <a:off x="0" y="533400"/>
            <a:ext cx="9144000" cy="5842497"/>
          </a:xfrm>
          <a:prstGeom prst="rect">
            <a:avLst/>
          </a:prstGeom>
          <a:noFill/>
        </p:spPr>
        <p:txBody>
          <a:bodyPr wrap="square">
            <a:spAutoFit/>
          </a:bodyPr>
          <a:lstStyle/>
          <a:p>
            <a:pPr>
              <a:lnSpc>
                <a:spcPct val="150000"/>
              </a:lnSpc>
              <a:buNone/>
            </a:pPr>
            <a:r>
              <a:rPr lang="en-US" sz="2800" b="1" dirty="0">
                <a:latin typeface="+mj-lt"/>
              </a:rPr>
              <a:t>Step 2 — How many bits should we borrow?</a:t>
            </a:r>
          </a:p>
          <a:p>
            <a:pPr>
              <a:lnSpc>
                <a:spcPct val="150000"/>
              </a:lnSpc>
              <a:buNone/>
            </a:pPr>
            <a:r>
              <a:rPr lang="en-US" sz="2800" dirty="0">
                <a:latin typeface="+mj-lt"/>
              </a:rPr>
              <a:t>We need at least:</a:t>
            </a:r>
          </a:p>
          <a:p>
            <a:pPr rtl="0">
              <a:lnSpc>
                <a:spcPct val="150000"/>
              </a:lnSpc>
              <a:buNone/>
            </a:pPr>
            <a:r>
              <a:rPr lang="en-US" sz="2800" dirty="0">
                <a:latin typeface="+mj-lt"/>
              </a:rPr>
              <a:t>6 subnets</a:t>
            </a:r>
          </a:p>
          <a:p>
            <a:pPr>
              <a:lnSpc>
                <a:spcPct val="150000"/>
              </a:lnSpc>
              <a:buNone/>
            </a:pPr>
            <a:r>
              <a:rPr lang="en-US" sz="2800" dirty="0">
                <a:latin typeface="+mj-lt"/>
              </a:rPr>
              <a:t>Remember:</a:t>
            </a:r>
          </a:p>
          <a:p>
            <a:pPr rtl="0">
              <a:lnSpc>
                <a:spcPct val="150000"/>
              </a:lnSpc>
              <a:buNone/>
            </a:pPr>
            <a:r>
              <a:rPr lang="en-US" sz="2800" dirty="0">
                <a:latin typeface="+mj-lt"/>
              </a:rPr>
              <a:t>Number of subnets = 2^n</a:t>
            </a:r>
          </a:p>
          <a:p>
            <a:pPr>
              <a:lnSpc>
                <a:spcPct val="150000"/>
              </a:lnSpc>
              <a:buNone/>
            </a:pPr>
            <a:r>
              <a:rPr lang="en-US" sz="2800" dirty="0">
                <a:latin typeface="+mj-lt"/>
              </a:rPr>
              <a:t>where n is the number of borrowed bits.</a:t>
            </a:r>
          </a:p>
          <a:p>
            <a:pPr>
              <a:lnSpc>
                <a:spcPct val="150000"/>
              </a:lnSpc>
              <a:buNone/>
            </a:pPr>
            <a:r>
              <a:rPr lang="en-US" sz="2800" dirty="0">
                <a:latin typeface="+mj-lt"/>
              </a:rPr>
              <a:t>Try 2 bits: 2² = 4</a:t>
            </a:r>
          </a:p>
          <a:p>
            <a:pPr>
              <a:lnSpc>
                <a:spcPct val="150000"/>
              </a:lnSpc>
              <a:buNone/>
            </a:pPr>
            <a:r>
              <a:rPr lang="en-US" sz="2800" dirty="0">
                <a:latin typeface="+mj-lt"/>
              </a:rPr>
              <a:t>Is 4 enough?</a:t>
            </a:r>
          </a:p>
          <a:p>
            <a:pPr rtl="0">
              <a:lnSpc>
                <a:spcPct val="150000"/>
              </a:lnSpc>
              <a:buNone/>
            </a:pPr>
            <a:r>
              <a:rPr lang="en-US" sz="2800" dirty="0">
                <a:latin typeface="+mj-lt"/>
              </a:rPr>
              <a:t>No</a:t>
            </a:r>
          </a:p>
        </p:txBody>
      </p:sp>
    </p:spTree>
    <p:extLst>
      <p:ext uri="{BB962C8B-B14F-4D97-AF65-F5344CB8AC3E}">
        <p14:creationId xmlns:p14="http://schemas.microsoft.com/office/powerpoint/2010/main" val="3173394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54230-B6EC-F016-0DC3-3EF04C0CFD3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CA0E8E1-6B15-B627-DED0-8121253C3F2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2F2DFB53-B398-8C55-FAD2-E2EA791A2F52}"/>
              </a:ext>
            </a:extLst>
          </p:cNvPr>
          <p:cNvSpPr txBox="1"/>
          <p:nvPr/>
        </p:nvSpPr>
        <p:spPr>
          <a:xfrm>
            <a:off x="0" y="533400"/>
            <a:ext cx="9144000" cy="6488828"/>
          </a:xfrm>
          <a:prstGeom prst="rect">
            <a:avLst/>
          </a:prstGeom>
          <a:noFill/>
        </p:spPr>
        <p:txBody>
          <a:bodyPr wrap="square">
            <a:spAutoFit/>
          </a:bodyPr>
          <a:lstStyle/>
          <a:p>
            <a:pPr>
              <a:lnSpc>
                <a:spcPct val="150000"/>
              </a:lnSpc>
              <a:buNone/>
            </a:pPr>
            <a:r>
              <a:rPr lang="en-US" sz="2800" dirty="0">
                <a:latin typeface="+mj-lt"/>
              </a:rPr>
              <a:t>Try 3 bits:</a:t>
            </a:r>
          </a:p>
          <a:p>
            <a:pPr rtl="0">
              <a:lnSpc>
                <a:spcPct val="150000"/>
              </a:lnSpc>
              <a:buNone/>
            </a:pPr>
            <a:r>
              <a:rPr lang="en-US" sz="2800" dirty="0">
                <a:latin typeface="+mj-lt"/>
              </a:rPr>
              <a:t>2³ = 8</a:t>
            </a:r>
          </a:p>
          <a:p>
            <a:pPr>
              <a:lnSpc>
                <a:spcPct val="150000"/>
              </a:lnSpc>
              <a:buNone/>
            </a:pPr>
            <a:r>
              <a:rPr lang="en-US" sz="2800" dirty="0">
                <a:latin typeface="+mj-lt"/>
              </a:rPr>
              <a:t>Is 8 enough?</a:t>
            </a:r>
          </a:p>
          <a:p>
            <a:pPr rtl="0">
              <a:lnSpc>
                <a:spcPct val="150000"/>
              </a:lnSpc>
              <a:buNone/>
            </a:pPr>
            <a:r>
              <a:rPr lang="en-US" sz="2800" dirty="0">
                <a:latin typeface="+mj-lt"/>
              </a:rPr>
              <a:t>Yes</a:t>
            </a:r>
          </a:p>
          <a:p>
            <a:pPr>
              <a:lnSpc>
                <a:spcPct val="150000"/>
              </a:lnSpc>
              <a:buNone/>
            </a:pPr>
            <a:r>
              <a:rPr lang="en-US" sz="2800" dirty="0">
                <a:latin typeface="+mj-lt"/>
              </a:rPr>
              <a:t>Therefore, we borrow:</a:t>
            </a:r>
          </a:p>
          <a:p>
            <a:pPr rtl="0">
              <a:lnSpc>
                <a:spcPct val="150000"/>
              </a:lnSpc>
              <a:buNone/>
            </a:pPr>
            <a:r>
              <a:rPr lang="en-US" sz="2800" dirty="0">
                <a:latin typeface="+mj-lt"/>
              </a:rPr>
              <a:t>3 bits</a:t>
            </a:r>
          </a:p>
          <a:p>
            <a:pPr>
              <a:lnSpc>
                <a:spcPct val="150000"/>
              </a:lnSpc>
              <a:buNone/>
            </a:pPr>
            <a:r>
              <a:rPr lang="en-US" sz="2800" dirty="0">
                <a:latin typeface="+mj-lt"/>
              </a:rPr>
              <a:t>Our original prefix was:</a:t>
            </a:r>
          </a:p>
          <a:p>
            <a:pPr rtl="0">
              <a:lnSpc>
                <a:spcPct val="150000"/>
              </a:lnSpc>
              <a:buNone/>
            </a:pPr>
            <a:r>
              <a:rPr lang="en-US" sz="2800" dirty="0">
                <a:latin typeface="+mj-lt"/>
              </a:rPr>
              <a:t>/24</a:t>
            </a:r>
          </a:p>
          <a:p>
            <a:pPr>
              <a:lnSpc>
                <a:spcPct val="150000"/>
              </a:lnSpc>
              <a:buNone/>
            </a:pPr>
            <a:r>
              <a:rPr lang="en-US" sz="2800" dirty="0">
                <a:latin typeface="+mj-lt"/>
              </a:rPr>
              <a:t>So: 24 + 3 = 27</a:t>
            </a:r>
          </a:p>
          <a:p>
            <a:pPr>
              <a:lnSpc>
                <a:spcPct val="150000"/>
              </a:lnSpc>
              <a:buNone/>
            </a:pPr>
            <a:r>
              <a:rPr lang="en-US" sz="2800" dirty="0">
                <a:latin typeface="+mj-lt"/>
              </a:rPr>
              <a:t>Our new prefix is therefore: /27</a:t>
            </a:r>
          </a:p>
        </p:txBody>
      </p:sp>
    </p:spTree>
    <p:extLst>
      <p:ext uri="{BB962C8B-B14F-4D97-AF65-F5344CB8AC3E}">
        <p14:creationId xmlns:p14="http://schemas.microsoft.com/office/powerpoint/2010/main" val="2943858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FA30-62F5-ED84-D12F-AD0DBFC5D09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A3C5079-D5CF-931F-A7DF-9A9C1163020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7E170E5F-9B0F-AE8D-7C8A-64D39FBE49CB}"/>
              </a:ext>
            </a:extLst>
          </p:cNvPr>
          <p:cNvSpPr txBox="1"/>
          <p:nvPr/>
        </p:nvSpPr>
        <p:spPr>
          <a:xfrm>
            <a:off x="228600" y="990601"/>
            <a:ext cx="8524568" cy="4549835"/>
          </a:xfrm>
          <a:prstGeom prst="rect">
            <a:avLst/>
          </a:prstGeom>
          <a:noFill/>
        </p:spPr>
        <p:txBody>
          <a:bodyPr wrap="square">
            <a:spAutoFit/>
          </a:bodyPr>
          <a:lstStyle/>
          <a:p>
            <a:pPr>
              <a:lnSpc>
                <a:spcPct val="150000"/>
              </a:lnSpc>
              <a:buNone/>
            </a:pPr>
            <a:r>
              <a:rPr lang="en-US" sz="2800" b="1" dirty="0">
                <a:latin typeface="+mj-lt"/>
              </a:rPr>
              <a:t>Step 3 — Convert /27 into a subnet mask</a:t>
            </a:r>
          </a:p>
          <a:p>
            <a:pPr>
              <a:lnSpc>
                <a:spcPct val="150000"/>
              </a:lnSpc>
              <a:buNone/>
            </a:pPr>
            <a:r>
              <a:rPr lang="en-US" sz="2800" dirty="0">
                <a:latin typeface="+mj-lt"/>
              </a:rPr>
              <a:t>Binary:</a:t>
            </a:r>
          </a:p>
          <a:p>
            <a:pPr rtl="0">
              <a:lnSpc>
                <a:spcPct val="150000"/>
              </a:lnSpc>
              <a:buNone/>
            </a:pPr>
            <a:r>
              <a:rPr lang="en-US" sz="2800" dirty="0">
                <a:latin typeface="+mj-lt"/>
              </a:rPr>
              <a:t>11111111.11111111.11111111.11100000</a:t>
            </a:r>
          </a:p>
          <a:p>
            <a:pPr>
              <a:lnSpc>
                <a:spcPct val="150000"/>
              </a:lnSpc>
              <a:buNone/>
            </a:pPr>
            <a:r>
              <a:rPr lang="en-US" sz="2800" dirty="0">
                <a:latin typeface="+mj-lt"/>
              </a:rPr>
              <a:t>Decimal:</a:t>
            </a:r>
          </a:p>
          <a:p>
            <a:pPr rtl="0">
              <a:lnSpc>
                <a:spcPct val="150000"/>
              </a:lnSpc>
              <a:buNone/>
            </a:pPr>
            <a:r>
              <a:rPr lang="en-US" sz="2800" dirty="0">
                <a:latin typeface="+mj-lt"/>
              </a:rPr>
              <a:t>255.255.255.224</a:t>
            </a:r>
          </a:p>
          <a:p>
            <a:pPr>
              <a:lnSpc>
                <a:spcPct val="150000"/>
              </a:lnSpc>
              <a:buNone/>
            </a:pPr>
            <a:r>
              <a:rPr lang="en-US" sz="2800" dirty="0">
                <a:latin typeface="+mj-lt"/>
              </a:rPr>
              <a:t>Therefore:</a:t>
            </a:r>
          </a:p>
          <a:p>
            <a:pPr rtl="0">
              <a:lnSpc>
                <a:spcPct val="150000"/>
              </a:lnSpc>
              <a:buNone/>
            </a:pPr>
            <a:r>
              <a:rPr lang="en-US" sz="2800" dirty="0">
                <a:latin typeface="+mj-lt"/>
              </a:rPr>
              <a:t>/27 = 255.255.255.224</a:t>
            </a:r>
          </a:p>
        </p:txBody>
      </p:sp>
    </p:spTree>
    <p:extLst>
      <p:ext uri="{BB962C8B-B14F-4D97-AF65-F5344CB8AC3E}">
        <p14:creationId xmlns:p14="http://schemas.microsoft.com/office/powerpoint/2010/main" val="4233535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BF41B-6F34-8D34-DEC3-7AD1044AE5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0008F70-BA88-662A-DA9D-6E2529BB76F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6722E690-44E6-5441-19F7-09E397299FCB}"/>
              </a:ext>
            </a:extLst>
          </p:cNvPr>
          <p:cNvSpPr txBox="1"/>
          <p:nvPr/>
        </p:nvSpPr>
        <p:spPr>
          <a:xfrm>
            <a:off x="0" y="378260"/>
            <a:ext cx="8981768" cy="6488828"/>
          </a:xfrm>
          <a:prstGeom prst="rect">
            <a:avLst/>
          </a:prstGeom>
          <a:noFill/>
        </p:spPr>
        <p:txBody>
          <a:bodyPr wrap="square">
            <a:spAutoFit/>
          </a:bodyPr>
          <a:lstStyle/>
          <a:p>
            <a:pPr>
              <a:lnSpc>
                <a:spcPct val="150000"/>
              </a:lnSpc>
              <a:buNone/>
            </a:pPr>
            <a:r>
              <a:rPr lang="en-US" sz="2800" b="1" dirty="0">
                <a:latin typeface="+mj-lt"/>
              </a:rPr>
              <a:t>Step 4 — Check the number of hosts</a:t>
            </a:r>
          </a:p>
          <a:p>
            <a:pPr>
              <a:lnSpc>
                <a:spcPct val="150000"/>
              </a:lnSpc>
              <a:buNone/>
            </a:pPr>
            <a:r>
              <a:rPr lang="en-US" sz="2800" dirty="0">
                <a:latin typeface="+mj-lt"/>
              </a:rPr>
              <a:t>With /27, how many host bits remain?</a:t>
            </a:r>
          </a:p>
          <a:p>
            <a:pPr rtl="0">
              <a:lnSpc>
                <a:spcPct val="150000"/>
              </a:lnSpc>
              <a:buNone/>
            </a:pPr>
            <a:r>
              <a:rPr lang="en-US" sz="2800" dirty="0">
                <a:latin typeface="+mj-lt"/>
              </a:rPr>
              <a:t>32 - 27 = 5</a:t>
            </a:r>
          </a:p>
          <a:p>
            <a:pPr>
              <a:lnSpc>
                <a:spcPct val="150000"/>
              </a:lnSpc>
              <a:buNone/>
            </a:pPr>
            <a:r>
              <a:rPr lang="en-US" sz="2800" dirty="0">
                <a:latin typeface="+mj-lt"/>
              </a:rPr>
              <a:t>Total addresses:</a:t>
            </a:r>
          </a:p>
          <a:p>
            <a:pPr rtl="0">
              <a:lnSpc>
                <a:spcPct val="150000"/>
              </a:lnSpc>
              <a:buNone/>
            </a:pPr>
            <a:r>
              <a:rPr lang="en-US" sz="2800" dirty="0">
                <a:latin typeface="+mj-lt"/>
              </a:rPr>
              <a:t>2⁵ = 32</a:t>
            </a:r>
          </a:p>
          <a:p>
            <a:pPr>
              <a:lnSpc>
                <a:spcPct val="150000"/>
              </a:lnSpc>
              <a:buNone/>
            </a:pPr>
            <a:r>
              <a:rPr lang="en-US" sz="2800" dirty="0">
                <a:latin typeface="+mj-lt"/>
              </a:rPr>
              <a:t>But two addresses cannot normally be assigned to hosts:</a:t>
            </a:r>
          </a:p>
          <a:p>
            <a:pPr rtl="0">
              <a:lnSpc>
                <a:spcPct val="150000"/>
              </a:lnSpc>
              <a:buNone/>
            </a:pPr>
            <a:r>
              <a:rPr lang="en-US" sz="2800" dirty="0">
                <a:latin typeface="+mj-lt"/>
              </a:rPr>
              <a:t>Network address</a:t>
            </a:r>
          </a:p>
          <a:p>
            <a:pPr rtl="0">
              <a:lnSpc>
                <a:spcPct val="150000"/>
              </a:lnSpc>
              <a:buNone/>
            </a:pPr>
            <a:r>
              <a:rPr lang="en-US" sz="2800" dirty="0">
                <a:latin typeface="+mj-lt"/>
              </a:rPr>
              <a:t>Broadcast address</a:t>
            </a:r>
          </a:p>
          <a:p>
            <a:pPr>
              <a:lnSpc>
                <a:spcPct val="150000"/>
              </a:lnSpc>
              <a:buNone/>
            </a:pPr>
            <a:r>
              <a:rPr lang="en-US" sz="2800" dirty="0">
                <a:latin typeface="+mj-lt"/>
              </a:rPr>
              <a:t>Therefore:</a:t>
            </a:r>
          </a:p>
          <a:p>
            <a:pPr rtl="0">
              <a:lnSpc>
                <a:spcPct val="150000"/>
              </a:lnSpc>
              <a:buNone/>
            </a:pPr>
            <a:r>
              <a:rPr lang="en-US" sz="2800" dirty="0">
                <a:latin typeface="+mj-lt"/>
              </a:rPr>
              <a:t>32 - 2 = 30 usable hosts</a:t>
            </a:r>
          </a:p>
        </p:txBody>
      </p:sp>
    </p:spTree>
    <p:extLst>
      <p:ext uri="{BB962C8B-B14F-4D97-AF65-F5344CB8AC3E}">
        <p14:creationId xmlns:p14="http://schemas.microsoft.com/office/powerpoint/2010/main" val="4083993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96F3-3476-D67B-F63F-05CC6223746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3FF9E95-0531-A614-8F41-24E865861E7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4F585443-BAB2-7F44-C7DB-EB422EB3ECA4}"/>
              </a:ext>
            </a:extLst>
          </p:cNvPr>
          <p:cNvSpPr txBox="1"/>
          <p:nvPr/>
        </p:nvSpPr>
        <p:spPr>
          <a:xfrm>
            <a:off x="0" y="378260"/>
            <a:ext cx="8981768" cy="4549835"/>
          </a:xfrm>
          <a:prstGeom prst="rect">
            <a:avLst/>
          </a:prstGeom>
          <a:noFill/>
        </p:spPr>
        <p:txBody>
          <a:bodyPr wrap="square">
            <a:spAutoFit/>
          </a:bodyPr>
          <a:lstStyle/>
          <a:p>
            <a:pPr>
              <a:lnSpc>
                <a:spcPct val="150000"/>
              </a:lnSpc>
              <a:buNone/>
            </a:pPr>
            <a:r>
              <a:rPr lang="en-US" sz="2800" dirty="0">
                <a:latin typeface="+mj-lt"/>
              </a:rPr>
              <a:t>Our largest network needs:</a:t>
            </a:r>
          </a:p>
          <a:p>
            <a:pPr rtl="0">
              <a:lnSpc>
                <a:spcPct val="150000"/>
              </a:lnSpc>
              <a:buNone/>
            </a:pPr>
            <a:r>
              <a:rPr lang="en-US" sz="2800" dirty="0">
                <a:latin typeface="+mj-lt"/>
              </a:rPr>
              <a:t>25 hosts</a:t>
            </a:r>
          </a:p>
          <a:p>
            <a:pPr>
              <a:lnSpc>
                <a:spcPct val="150000"/>
              </a:lnSpc>
              <a:buNone/>
            </a:pPr>
            <a:r>
              <a:rPr lang="en-US" sz="2800" dirty="0">
                <a:latin typeface="+mj-lt"/>
              </a:rPr>
              <a:t>and /27 provides:</a:t>
            </a:r>
          </a:p>
          <a:p>
            <a:pPr rtl="0">
              <a:lnSpc>
                <a:spcPct val="150000"/>
              </a:lnSpc>
              <a:buNone/>
            </a:pPr>
            <a:r>
              <a:rPr lang="en-US" sz="2800" dirty="0">
                <a:latin typeface="+mj-lt"/>
              </a:rPr>
              <a:t>30 usable hosts</a:t>
            </a:r>
          </a:p>
          <a:p>
            <a:pPr>
              <a:lnSpc>
                <a:spcPct val="150000"/>
              </a:lnSpc>
              <a:buNone/>
            </a:pPr>
            <a:r>
              <a:rPr lang="en-US" sz="2800" dirty="0">
                <a:latin typeface="+mj-lt"/>
              </a:rPr>
              <a:t>So /27 satisfies both requirements:</a:t>
            </a:r>
          </a:p>
          <a:p>
            <a:pPr rtl="0">
              <a:lnSpc>
                <a:spcPct val="150000"/>
              </a:lnSpc>
              <a:buNone/>
            </a:pPr>
            <a:r>
              <a:rPr lang="en-US" sz="2800" dirty="0">
                <a:latin typeface="+mj-lt"/>
              </a:rPr>
              <a:t>8 subnets</a:t>
            </a:r>
          </a:p>
          <a:p>
            <a:pPr rtl="0">
              <a:lnSpc>
                <a:spcPct val="150000"/>
              </a:lnSpc>
              <a:buNone/>
            </a:pPr>
            <a:r>
              <a:rPr lang="en-US" sz="2800" dirty="0">
                <a:latin typeface="+mj-lt"/>
              </a:rPr>
              <a:t>30 usable hosts per subnet</a:t>
            </a:r>
          </a:p>
        </p:txBody>
      </p:sp>
    </p:spTree>
    <p:extLst>
      <p:ext uri="{BB962C8B-B14F-4D97-AF65-F5344CB8AC3E}">
        <p14:creationId xmlns:p14="http://schemas.microsoft.com/office/powerpoint/2010/main" val="4064837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3297D-0BD8-65D2-C9E2-24E82E80079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85274D2-D9F6-75F1-EA26-833731E91DB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graphicFrame>
        <p:nvGraphicFramePr>
          <p:cNvPr id="2" name="Table 1">
            <a:extLst>
              <a:ext uri="{FF2B5EF4-FFF2-40B4-BE49-F238E27FC236}">
                <a16:creationId xmlns:a16="http://schemas.microsoft.com/office/drawing/2014/main" id="{02151189-0524-A06C-15C8-F3F9098141C2}"/>
              </a:ext>
            </a:extLst>
          </p:cNvPr>
          <p:cNvGraphicFramePr>
            <a:graphicFrameLocks noGrp="1"/>
          </p:cNvGraphicFramePr>
          <p:nvPr>
            <p:extLst>
              <p:ext uri="{D42A27DB-BD31-4B8C-83A1-F6EECF244321}">
                <p14:modId xmlns:p14="http://schemas.microsoft.com/office/powerpoint/2010/main" val="2350144099"/>
              </p:ext>
            </p:extLst>
          </p:nvPr>
        </p:nvGraphicFramePr>
        <p:xfrm>
          <a:off x="81116" y="1600200"/>
          <a:ext cx="8981768" cy="3234082"/>
        </p:xfrm>
        <a:graphic>
          <a:graphicData uri="http://schemas.openxmlformats.org/drawingml/2006/table">
            <a:tbl>
              <a:tblPr>
                <a:tableStyleId>{5C22544A-7EE6-4342-B048-85BDC9FD1C3A}</a:tableStyleId>
              </a:tblPr>
              <a:tblGrid>
                <a:gridCol w="1447800">
                  <a:extLst>
                    <a:ext uri="{9D8B030D-6E8A-4147-A177-3AD203B41FA5}">
                      <a16:colId xmlns:a16="http://schemas.microsoft.com/office/drawing/2014/main" val="382493932"/>
                    </a:ext>
                  </a:extLst>
                </a:gridCol>
                <a:gridCol w="3043084">
                  <a:extLst>
                    <a:ext uri="{9D8B030D-6E8A-4147-A177-3AD203B41FA5}">
                      <a16:colId xmlns:a16="http://schemas.microsoft.com/office/drawing/2014/main" val="1229925520"/>
                    </a:ext>
                  </a:extLst>
                </a:gridCol>
                <a:gridCol w="2245442">
                  <a:extLst>
                    <a:ext uri="{9D8B030D-6E8A-4147-A177-3AD203B41FA5}">
                      <a16:colId xmlns:a16="http://schemas.microsoft.com/office/drawing/2014/main" val="3872058875"/>
                    </a:ext>
                  </a:extLst>
                </a:gridCol>
                <a:gridCol w="2245442">
                  <a:extLst>
                    <a:ext uri="{9D8B030D-6E8A-4147-A177-3AD203B41FA5}">
                      <a16:colId xmlns:a16="http://schemas.microsoft.com/office/drawing/2014/main" val="1419148738"/>
                    </a:ext>
                  </a:extLst>
                </a:gridCol>
              </a:tblGrid>
              <a:tr h="0">
                <a:tc>
                  <a:txBody>
                    <a:bodyPr/>
                    <a:lstStyle/>
                    <a:p>
                      <a:pPr>
                        <a:buNone/>
                      </a:pPr>
                      <a:r>
                        <a:rPr lang="en-US" sz="2600" dirty="0"/>
                        <a:t>Prefix</a:t>
                      </a:r>
                    </a:p>
                  </a:txBody>
                  <a:tcPr marL="9167" marR="9167" marT="4583" marB="4583" anchor="ctr">
                    <a:solidFill>
                      <a:schemeClr val="accent4">
                        <a:lumMod val="60000"/>
                        <a:lumOff val="40000"/>
                      </a:schemeClr>
                    </a:solidFill>
                  </a:tcPr>
                </a:tc>
                <a:tc>
                  <a:txBody>
                    <a:bodyPr/>
                    <a:lstStyle/>
                    <a:p>
                      <a:pPr>
                        <a:buNone/>
                      </a:pPr>
                      <a:r>
                        <a:rPr lang="en-US" sz="2600" dirty="0"/>
                        <a:t>Mask</a:t>
                      </a:r>
                    </a:p>
                  </a:txBody>
                  <a:tcPr marL="9167" marR="9167" marT="4583" marB="4583" anchor="ctr">
                    <a:solidFill>
                      <a:schemeClr val="accent4">
                        <a:lumMod val="60000"/>
                        <a:lumOff val="40000"/>
                      </a:schemeClr>
                    </a:solidFill>
                  </a:tcPr>
                </a:tc>
                <a:tc>
                  <a:txBody>
                    <a:bodyPr/>
                    <a:lstStyle/>
                    <a:p>
                      <a:pPr>
                        <a:buNone/>
                      </a:pPr>
                      <a:r>
                        <a:rPr lang="en-US" sz="2600" dirty="0"/>
                        <a:t>Subnets from /24</a:t>
                      </a:r>
                    </a:p>
                  </a:txBody>
                  <a:tcPr marL="9167" marR="9167" marT="4583" marB="4583" anchor="ctr">
                    <a:solidFill>
                      <a:schemeClr val="accent4">
                        <a:lumMod val="60000"/>
                        <a:lumOff val="40000"/>
                      </a:schemeClr>
                    </a:solidFill>
                  </a:tcPr>
                </a:tc>
                <a:tc>
                  <a:txBody>
                    <a:bodyPr/>
                    <a:lstStyle/>
                    <a:p>
                      <a:pPr>
                        <a:buNone/>
                      </a:pPr>
                      <a:r>
                        <a:rPr lang="en-US" sz="2600" dirty="0"/>
                        <a:t>Usable hosts/subnet</a:t>
                      </a:r>
                    </a:p>
                  </a:txBody>
                  <a:tcPr marL="9167" marR="9167" marT="4583" marB="4583" anchor="ctr">
                    <a:solidFill>
                      <a:schemeClr val="accent4">
                        <a:lumMod val="60000"/>
                        <a:lumOff val="40000"/>
                      </a:schemeClr>
                    </a:solidFill>
                  </a:tcPr>
                </a:tc>
                <a:extLst>
                  <a:ext uri="{0D108BD9-81ED-4DB2-BD59-A6C34878D82A}">
                    <a16:rowId xmlns:a16="http://schemas.microsoft.com/office/drawing/2014/main" val="2972120594"/>
                  </a:ext>
                </a:extLst>
              </a:tr>
              <a:tr h="0">
                <a:tc>
                  <a:txBody>
                    <a:bodyPr/>
                    <a:lstStyle/>
                    <a:p>
                      <a:pPr>
                        <a:buNone/>
                      </a:pPr>
                      <a:r>
                        <a:rPr lang="en-US" sz="2600"/>
                        <a:t>/25</a:t>
                      </a:r>
                    </a:p>
                  </a:txBody>
                  <a:tcPr marL="9167" marR="9167" marT="4583" marB="4583" anchor="ctr">
                    <a:solidFill>
                      <a:schemeClr val="accent4">
                        <a:lumMod val="20000"/>
                        <a:lumOff val="80000"/>
                      </a:schemeClr>
                    </a:solidFill>
                  </a:tcPr>
                </a:tc>
                <a:tc>
                  <a:txBody>
                    <a:bodyPr/>
                    <a:lstStyle/>
                    <a:p>
                      <a:pPr>
                        <a:buNone/>
                      </a:pPr>
                      <a:r>
                        <a:rPr lang="en-US" sz="2600"/>
                        <a:t>255.255.255.128</a:t>
                      </a:r>
                    </a:p>
                  </a:txBody>
                  <a:tcPr marL="9167" marR="9167" marT="4583" marB="4583" anchor="ctr">
                    <a:solidFill>
                      <a:schemeClr val="accent4">
                        <a:lumMod val="20000"/>
                        <a:lumOff val="80000"/>
                      </a:schemeClr>
                    </a:solidFill>
                  </a:tcPr>
                </a:tc>
                <a:tc>
                  <a:txBody>
                    <a:bodyPr/>
                    <a:lstStyle/>
                    <a:p>
                      <a:pPr>
                        <a:buNone/>
                      </a:pPr>
                      <a:r>
                        <a:rPr lang="en-US" sz="2600" dirty="0"/>
                        <a:t>2</a:t>
                      </a:r>
                    </a:p>
                  </a:txBody>
                  <a:tcPr marL="9167" marR="9167" marT="4583" marB="4583" anchor="ctr">
                    <a:solidFill>
                      <a:schemeClr val="accent4">
                        <a:lumMod val="20000"/>
                        <a:lumOff val="80000"/>
                      </a:schemeClr>
                    </a:solidFill>
                  </a:tcPr>
                </a:tc>
                <a:tc>
                  <a:txBody>
                    <a:bodyPr/>
                    <a:lstStyle/>
                    <a:p>
                      <a:pPr>
                        <a:buNone/>
                      </a:pPr>
                      <a:r>
                        <a:rPr lang="en-US" sz="2600"/>
                        <a:t>126</a:t>
                      </a:r>
                    </a:p>
                  </a:txBody>
                  <a:tcPr marL="9167" marR="9167" marT="4583" marB="4583" anchor="ctr">
                    <a:solidFill>
                      <a:schemeClr val="accent4">
                        <a:lumMod val="20000"/>
                        <a:lumOff val="80000"/>
                      </a:schemeClr>
                    </a:solidFill>
                  </a:tcPr>
                </a:tc>
                <a:extLst>
                  <a:ext uri="{0D108BD9-81ED-4DB2-BD59-A6C34878D82A}">
                    <a16:rowId xmlns:a16="http://schemas.microsoft.com/office/drawing/2014/main" val="1970679940"/>
                  </a:ext>
                </a:extLst>
              </a:tr>
              <a:tr h="0">
                <a:tc>
                  <a:txBody>
                    <a:bodyPr/>
                    <a:lstStyle/>
                    <a:p>
                      <a:pPr>
                        <a:buNone/>
                      </a:pPr>
                      <a:r>
                        <a:rPr lang="en-US" sz="2600"/>
                        <a:t>/26</a:t>
                      </a:r>
                    </a:p>
                  </a:txBody>
                  <a:tcPr marL="9167" marR="9167" marT="4583" marB="4583" anchor="ctr">
                    <a:solidFill>
                      <a:schemeClr val="accent4">
                        <a:lumMod val="20000"/>
                        <a:lumOff val="80000"/>
                      </a:schemeClr>
                    </a:solidFill>
                  </a:tcPr>
                </a:tc>
                <a:tc>
                  <a:txBody>
                    <a:bodyPr/>
                    <a:lstStyle/>
                    <a:p>
                      <a:pPr>
                        <a:buNone/>
                      </a:pPr>
                      <a:r>
                        <a:rPr lang="en-US" sz="2600"/>
                        <a:t>255.255.255.192</a:t>
                      </a:r>
                    </a:p>
                  </a:txBody>
                  <a:tcPr marL="9167" marR="9167" marT="4583" marB="4583" anchor="ctr">
                    <a:solidFill>
                      <a:schemeClr val="accent4">
                        <a:lumMod val="20000"/>
                        <a:lumOff val="80000"/>
                      </a:schemeClr>
                    </a:solidFill>
                  </a:tcPr>
                </a:tc>
                <a:tc>
                  <a:txBody>
                    <a:bodyPr/>
                    <a:lstStyle/>
                    <a:p>
                      <a:pPr>
                        <a:buNone/>
                      </a:pPr>
                      <a:r>
                        <a:rPr lang="en-US" sz="2600" dirty="0"/>
                        <a:t>4</a:t>
                      </a:r>
                    </a:p>
                  </a:txBody>
                  <a:tcPr marL="9167" marR="9167" marT="4583" marB="4583" anchor="ctr">
                    <a:solidFill>
                      <a:schemeClr val="accent4">
                        <a:lumMod val="20000"/>
                        <a:lumOff val="80000"/>
                      </a:schemeClr>
                    </a:solidFill>
                  </a:tcPr>
                </a:tc>
                <a:tc>
                  <a:txBody>
                    <a:bodyPr/>
                    <a:lstStyle/>
                    <a:p>
                      <a:pPr>
                        <a:buNone/>
                      </a:pPr>
                      <a:r>
                        <a:rPr lang="en-US" sz="2600" dirty="0"/>
                        <a:t>62</a:t>
                      </a:r>
                    </a:p>
                  </a:txBody>
                  <a:tcPr marL="9167" marR="9167" marT="4583" marB="4583" anchor="ctr">
                    <a:solidFill>
                      <a:schemeClr val="accent4">
                        <a:lumMod val="20000"/>
                        <a:lumOff val="80000"/>
                      </a:schemeClr>
                    </a:solidFill>
                  </a:tcPr>
                </a:tc>
                <a:extLst>
                  <a:ext uri="{0D108BD9-81ED-4DB2-BD59-A6C34878D82A}">
                    <a16:rowId xmlns:a16="http://schemas.microsoft.com/office/drawing/2014/main" val="468347632"/>
                  </a:ext>
                </a:extLst>
              </a:tr>
              <a:tr h="67516">
                <a:tc>
                  <a:txBody>
                    <a:bodyPr/>
                    <a:lstStyle/>
                    <a:p>
                      <a:pPr>
                        <a:buNone/>
                      </a:pPr>
                      <a:r>
                        <a:rPr lang="en-US" sz="2600"/>
                        <a:t>/27</a:t>
                      </a:r>
                    </a:p>
                  </a:txBody>
                  <a:tcPr marL="9167" marR="9167" marT="4583" marB="4583" anchor="ctr">
                    <a:solidFill>
                      <a:schemeClr val="accent4">
                        <a:lumMod val="20000"/>
                        <a:lumOff val="80000"/>
                      </a:schemeClr>
                    </a:solidFill>
                  </a:tcPr>
                </a:tc>
                <a:tc>
                  <a:txBody>
                    <a:bodyPr/>
                    <a:lstStyle/>
                    <a:p>
                      <a:pPr>
                        <a:buNone/>
                      </a:pPr>
                      <a:r>
                        <a:rPr lang="en-US" sz="2600"/>
                        <a:t>255.255.255.224</a:t>
                      </a:r>
                    </a:p>
                  </a:txBody>
                  <a:tcPr marL="9167" marR="9167" marT="4583" marB="4583" anchor="ctr">
                    <a:solidFill>
                      <a:schemeClr val="accent4">
                        <a:lumMod val="20000"/>
                        <a:lumOff val="80000"/>
                      </a:schemeClr>
                    </a:solidFill>
                  </a:tcPr>
                </a:tc>
                <a:tc>
                  <a:txBody>
                    <a:bodyPr/>
                    <a:lstStyle/>
                    <a:p>
                      <a:pPr>
                        <a:buNone/>
                      </a:pPr>
                      <a:r>
                        <a:rPr lang="en-US" sz="2600"/>
                        <a:t>8</a:t>
                      </a:r>
                    </a:p>
                  </a:txBody>
                  <a:tcPr marL="9167" marR="9167" marT="4583" marB="4583" anchor="ctr">
                    <a:solidFill>
                      <a:schemeClr val="accent4">
                        <a:lumMod val="20000"/>
                        <a:lumOff val="80000"/>
                      </a:schemeClr>
                    </a:solidFill>
                  </a:tcPr>
                </a:tc>
                <a:tc>
                  <a:txBody>
                    <a:bodyPr/>
                    <a:lstStyle/>
                    <a:p>
                      <a:pPr>
                        <a:buNone/>
                      </a:pPr>
                      <a:r>
                        <a:rPr lang="en-US" sz="2600"/>
                        <a:t>30</a:t>
                      </a:r>
                    </a:p>
                  </a:txBody>
                  <a:tcPr marL="9167" marR="9167" marT="4583" marB="4583" anchor="ctr">
                    <a:solidFill>
                      <a:schemeClr val="accent4">
                        <a:lumMod val="20000"/>
                        <a:lumOff val="80000"/>
                      </a:schemeClr>
                    </a:solidFill>
                  </a:tcPr>
                </a:tc>
                <a:extLst>
                  <a:ext uri="{0D108BD9-81ED-4DB2-BD59-A6C34878D82A}">
                    <a16:rowId xmlns:a16="http://schemas.microsoft.com/office/drawing/2014/main" val="2734101816"/>
                  </a:ext>
                </a:extLst>
              </a:tr>
              <a:tr h="0">
                <a:tc>
                  <a:txBody>
                    <a:bodyPr/>
                    <a:lstStyle/>
                    <a:p>
                      <a:pPr>
                        <a:buNone/>
                      </a:pPr>
                      <a:r>
                        <a:rPr lang="en-US" sz="2600"/>
                        <a:t>/28</a:t>
                      </a:r>
                    </a:p>
                  </a:txBody>
                  <a:tcPr marL="9167" marR="9167" marT="4583" marB="4583" anchor="ctr">
                    <a:solidFill>
                      <a:schemeClr val="accent4">
                        <a:lumMod val="20000"/>
                        <a:lumOff val="80000"/>
                      </a:schemeClr>
                    </a:solidFill>
                  </a:tcPr>
                </a:tc>
                <a:tc>
                  <a:txBody>
                    <a:bodyPr/>
                    <a:lstStyle/>
                    <a:p>
                      <a:pPr>
                        <a:buNone/>
                      </a:pPr>
                      <a:r>
                        <a:rPr lang="en-US" sz="2600"/>
                        <a:t>255.255.255.240</a:t>
                      </a:r>
                    </a:p>
                  </a:txBody>
                  <a:tcPr marL="9167" marR="9167" marT="4583" marB="4583" anchor="ctr">
                    <a:solidFill>
                      <a:schemeClr val="accent4">
                        <a:lumMod val="20000"/>
                        <a:lumOff val="80000"/>
                      </a:schemeClr>
                    </a:solidFill>
                  </a:tcPr>
                </a:tc>
                <a:tc>
                  <a:txBody>
                    <a:bodyPr/>
                    <a:lstStyle/>
                    <a:p>
                      <a:pPr>
                        <a:buNone/>
                      </a:pPr>
                      <a:r>
                        <a:rPr lang="en-US" sz="2600" dirty="0"/>
                        <a:t>16</a:t>
                      </a:r>
                    </a:p>
                  </a:txBody>
                  <a:tcPr marL="9167" marR="9167" marT="4583" marB="4583" anchor="ctr">
                    <a:solidFill>
                      <a:schemeClr val="accent4">
                        <a:lumMod val="20000"/>
                        <a:lumOff val="80000"/>
                      </a:schemeClr>
                    </a:solidFill>
                  </a:tcPr>
                </a:tc>
                <a:tc>
                  <a:txBody>
                    <a:bodyPr/>
                    <a:lstStyle/>
                    <a:p>
                      <a:pPr>
                        <a:buNone/>
                      </a:pPr>
                      <a:r>
                        <a:rPr lang="en-US" sz="2600" dirty="0"/>
                        <a:t>14</a:t>
                      </a:r>
                    </a:p>
                  </a:txBody>
                  <a:tcPr marL="9167" marR="9167" marT="4583" marB="4583" anchor="ctr">
                    <a:solidFill>
                      <a:schemeClr val="accent4">
                        <a:lumMod val="20000"/>
                        <a:lumOff val="80000"/>
                      </a:schemeClr>
                    </a:solidFill>
                  </a:tcPr>
                </a:tc>
                <a:extLst>
                  <a:ext uri="{0D108BD9-81ED-4DB2-BD59-A6C34878D82A}">
                    <a16:rowId xmlns:a16="http://schemas.microsoft.com/office/drawing/2014/main" val="2472835597"/>
                  </a:ext>
                </a:extLst>
              </a:tr>
              <a:tr h="64424">
                <a:tc>
                  <a:txBody>
                    <a:bodyPr/>
                    <a:lstStyle/>
                    <a:p>
                      <a:pPr>
                        <a:buNone/>
                      </a:pPr>
                      <a:r>
                        <a:rPr lang="en-US" sz="2600"/>
                        <a:t>/29</a:t>
                      </a:r>
                    </a:p>
                  </a:txBody>
                  <a:tcPr marL="9167" marR="9167" marT="4583" marB="4583" anchor="ctr">
                    <a:solidFill>
                      <a:schemeClr val="accent4">
                        <a:lumMod val="20000"/>
                        <a:lumOff val="80000"/>
                      </a:schemeClr>
                    </a:solidFill>
                  </a:tcPr>
                </a:tc>
                <a:tc>
                  <a:txBody>
                    <a:bodyPr/>
                    <a:lstStyle/>
                    <a:p>
                      <a:pPr>
                        <a:buNone/>
                      </a:pPr>
                      <a:r>
                        <a:rPr lang="en-US" sz="2600"/>
                        <a:t>255.255.255.248</a:t>
                      </a:r>
                    </a:p>
                  </a:txBody>
                  <a:tcPr marL="9167" marR="9167" marT="4583" marB="4583" anchor="ctr">
                    <a:solidFill>
                      <a:schemeClr val="accent4">
                        <a:lumMod val="20000"/>
                        <a:lumOff val="80000"/>
                      </a:schemeClr>
                    </a:solidFill>
                  </a:tcPr>
                </a:tc>
                <a:tc>
                  <a:txBody>
                    <a:bodyPr/>
                    <a:lstStyle/>
                    <a:p>
                      <a:pPr>
                        <a:buNone/>
                      </a:pPr>
                      <a:r>
                        <a:rPr lang="en-US" sz="2600"/>
                        <a:t>32</a:t>
                      </a:r>
                    </a:p>
                  </a:txBody>
                  <a:tcPr marL="9167" marR="9167" marT="4583" marB="4583" anchor="ctr">
                    <a:solidFill>
                      <a:schemeClr val="accent4">
                        <a:lumMod val="20000"/>
                        <a:lumOff val="80000"/>
                      </a:schemeClr>
                    </a:solidFill>
                  </a:tcPr>
                </a:tc>
                <a:tc>
                  <a:txBody>
                    <a:bodyPr/>
                    <a:lstStyle/>
                    <a:p>
                      <a:pPr>
                        <a:buNone/>
                      </a:pPr>
                      <a:r>
                        <a:rPr lang="en-US" sz="2600" dirty="0"/>
                        <a:t>6</a:t>
                      </a:r>
                    </a:p>
                  </a:txBody>
                  <a:tcPr marL="9167" marR="9167" marT="4583" marB="4583" anchor="ctr">
                    <a:solidFill>
                      <a:schemeClr val="accent4">
                        <a:lumMod val="20000"/>
                        <a:lumOff val="80000"/>
                      </a:schemeClr>
                    </a:solidFill>
                  </a:tcPr>
                </a:tc>
                <a:extLst>
                  <a:ext uri="{0D108BD9-81ED-4DB2-BD59-A6C34878D82A}">
                    <a16:rowId xmlns:a16="http://schemas.microsoft.com/office/drawing/2014/main" val="4011708434"/>
                  </a:ext>
                </a:extLst>
              </a:tr>
              <a:tr h="0">
                <a:tc>
                  <a:txBody>
                    <a:bodyPr/>
                    <a:lstStyle/>
                    <a:p>
                      <a:pPr>
                        <a:buNone/>
                      </a:pPr>
                      <a:r>
                        <a:rPr lang="en-US" sz="2600"/>
                        <a:t>/30</a:t>
                      </a:r>
                    </a:p>
                  </a:txBody>
                  <a:tcPr marL="9167" marR="9167" marT="4583" marB="4583" anchor="ctr">
                    <a:solidFill>
                      <a:schemeClr val="accent4">
                        <a:lumMod val="20000"/>
                        <a:lumOff val="80000"/>
                      </a:schemeClr>
                    </a:solidFill>
                  </a:tcPr>
                </a:tc>
                <a:tc>
                  <a:txBody>
                    <a:bodyPr/>
                    <a:lstStyle/>
                    <a:p>
                      <a:pPr>
                        <a:buNone/>
                      </a:pPr>
                      <a:r>
                        <a:rPr lang="en-US" sz="2600"/>
                        <a:t>255.255.255.252</a:t>
                      </a:r>
                    </a:p>
                  </a:txBody>
                  <a:tcPr marL="9167" marR="9167" marT="4583" marB="4583" anchor="ctr">
                    <a:solidFill>
                      <a:schemeClr val="accent4">
                        <a:lumMod val="20000"/>
                        <a:lumOff val="80000"/>
                      </a:schemeClr>
                    </a:solidFill>
                  </a:tcPr>
                </a:tc>
                <a:tc>
                  <a:txBody>
                    <a:bodyPr/>
                    <a:lstStyle/>
                    <a:p>
                      <a:pPr>
                        <a:buNone/>
                      </a:pPr>
                      <a:r>
                        <a:rPr lang="en-US" sz="2600"/>
                        <a:t>64</a:t>
                      </a:r>
                    </a:p>
                  </a:txBody>
                  <a:tcPr marL="9167" marR="9167" marT="4583" marB="4583" anchor="ctr">
                    <a:solidFill>
                      <a:schemeClr val="accent4">
                        <a:lumMod val="20000"/>
                        <a:lumOff val="80000"/>
                      </a:schemeClr>
                    </a:solidFill>
                  </a:tcPr>
                </a:tc>
                <a:tc>
                  <a:txBody>
                    <a:bodyPr/>
                    <a:lstStyle/>
                    <a:p>
                      <a:pPr>
                        <a:buNone/>
                      </a:pPr>
                      <a:r>
                        <a:rPr lang="en-US" sz="2600" dirty="0"/>
                        <a:t>2</a:t>
                      </a:r>
                    </a:p>
                  </a:txBody>
                  <a:tcPr marL="9167" marR="9167" marT="4583" marB="4583" anchor="ctr">
                    <a:solidFill>
                      <a:schemeClr val="accent4">
                        <a:lumMod val="20000"/>
                        <a:lumOff val="80000"/>
                      </a:schemeClr>
                    </a:solidFill>
                  </a:tcPr>
                </a:tc>
                <a:extLst>
                  <a:ext uri="{0D108BD9-81ED-4DB2-BD59-A6C34878D82A}">
                    <a16:rowId xmlns:a16="http://schemas.microsoft.com/office/drawing/2014/main" val="3989469477"/>
                  </a:ext>
                </a:extLst>
              </a:tr>
            </a:tbl>
          </a:graphicData>
        </a:graphic>
      </p:graphicFrame>
      <p:sp>
        <p:nvSpPr>
          <p:cNvPr id="6" name="TextBox 5">
            <a:extLst>
              <a:ext uri="{FF2B5EF4-FFF2-40B4-BE49-F238E27FC236}">
                <a16:creationId xmlns:a16="http://schemas.microsoft.com/office/drawing/2014/main" id="{12BAE0D5-F02D-BAB5-9244-52EFC511C54F}"/>
              </a:ext>
            </a:extLst>
          </p:cNvPr>
          <p:cNvSpPr txBox="1"/>
          <p:nvPr/>
        </p:nvSpPr>
        <p:spPr>
          <a:xfrm>
            <a:off x="9832" y="616757"/>
            <a:ext cx="4653116" cy="523220"/>
          </a:xfrm>
          <a:prstGeom prst="rect">
            <a:avLst/>
          </a:prstGeom>
          <a:noFill/>
        </p:spPr>
        <p:txBody>
          <a:bodyPr wrap="square">
            <a:spAutoFit/>
          </a:bodyPr>
          <a:lstStyle/>
          <a:p>
            <a:pPr>
              <a:buNone/>
            </a:pPr>
            <a:r>
              <a:rPr lang="en-US" sz="2800" b="1" dirty="0">
                <a:latin typeface="+mj-lt"/>
              </a:rPr>
              <a:t>Quick Comparison</a:t>
            </a:r>
          </a:p>
        </p:txBody>
      </p:sp>
    </p:spTree>
    <p:extLst>
      <p:ext uri="{BB962C8B-B14F-4D97-AF65-F5344CB8AC3E}">
        <p14:creationId xmlns:p14="http://schemas.microsoft.com/office/powerpoint/2010/main" val="1294038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3C90-8B0A-D032-C5FA-CA36D2A69C4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45F29A4-4662-D094-8017-FCD41199C4E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F59255BE-3DAD-6435-2AAF-43848F056621}"/>
              </a:ext>
            </a:extLst>
          </p:cNvPr>
          <p:cNvSpPr txBox="1"/>
          <p:nvPr/>
        </p:nvSpPr>
        <p:spPr>
          <a:xfrm>
            <a:off x="0" y="990601"/>
            <a:ext cx="8981768" cy="3903504"/>
          </a:xfrm>
          <a:prstGeom prst="rect">
            <a:avLst/>
          </a:prstGeom>
          <a:noFill/>
        </p:spPr>
        <p:txBody>
          <a:bodyPr wrap="square">
            <a:spAutoFit/>
          </a:bodyPr>
          <a:lstStyle/>
          <a:p>
            <a:pPr>
              <a:lnSpc>
                <a:spcPct val="150000"/>
              </a:lnSpc>
              <a:buNone/>
            </a:pPr>
            <a:r>
              <a:rPr lang="en-US" sz="2800" dirty="0">
                <a:latin typeface="+mj-lt"/>
              </a:rPr>
              <a:t>Why can't we use /28?</a:t>
            </a:r>
          </a:p>
          <a:p>
            <a:pPr>
              <a:lnSpc>
                <a:spcPct val="150000"/>
              </a:lnSpc>
              <a:buNone/>
            </a:pPr>
            <a:r>
              <a:rPr lang="en-US" sz="2800" dirty="0">
                <a:latin typeface="+mj-lt"/>
              </a:rPr>
              <a:t>Because although /28 creates enough subnets, each subnet has only:</a:t>
            </a:r>
          </a:p>
          <a:p>
            <a:pPr rtl="0">
              <a:lnSpc>
                <a:spcPct val="150000"/>
              </a:lnSpc>
              <a:buNone/>
            </a:pPr>
            <a:r>
              <a:rPr lang="en-US" sz="2800" dirty="0">
                <a:latin typeface="+mj-lt"/>
              </a:rPr>
              <a:t>14 usable addresses</a:t>
            </a:r>
          </a:p>
          <a:p>
            <a:pPr>
              <a:lnSpc>
                <a:spcPct val="150000"/>
              </a:lnSpc>
              <a:buNone/>
            </a:pPr>
            <a:r>
              <a:rPr lang="en-US" sz="2800" dirty="0">
                <a:latin typeface="+mj-lt"/>
              </a:rPr>
              <a:t>The employee network requires at least:</a:t>
            </a:r>
          </a:p>
          <a:p>
            <a:pPr rtl="0">
              <a:lnSpc>
                <a:spcPct val="150000"/>
              </a:lnSpc>
              <a:buNone/>
            </a:pPr>
            <a:r>
              <a:rPr lang="en-US" sz="2800" dirty="0">
                <a:latin typeface="+mj-lt"/>
              </a:rPr>
              <a:t>25</a:t>
            </a:r>
          </a:p>
        </p:txBody>
      </p:sp>
    </p:spTree>
    <p:extLst>
      <p:ext uri="{BB962C8B-B14F-4D97-AF65-F5344CB8AC3E}">
        <p14:creationId xmlns:p14="http://schemas.microsoft.com/office/powerpoint/2010/main" val="16575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E8AE-3B46-9667-4122-168D22A5807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C8CD045-A817-185B-5EF2-E29FD9246A5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CE779777-78F1-28C6-82CD-67967ECC626C}"/>
              </a:ext>
            </a:extLst>
          </p:cNvPr>
          <p:cNvSpPr txBox="1"/>
          <p:nvPr/>
        </p:nvSpPr>
        <p:spPr>
          <a:xfrm>
            <a:off x="0" y="457201"/>
            <a:ext cx="8981768" cy="6488828"/>
          </a:xfrm>
          <a:prstGeom prst="rect">
            <a:avLst/>
          </a:prstGeom>
          <a:noFill/>
        </p:spPr>
        <p:txBody>
          <a:bodyPr wrap="square">
            <a:spAutoFit/>
          </a:bodyPr>
          <a:lstStyle/>
          <a:p>
            <a:pPr>
              <a:lnSpc>
                <a:spcPct val="150000"/>
              </a:lnSpc>
              <a:buNone/>
            </a:pPr>
            <a:r>
              <a:rPr lang="en-US" sz="2800" b="1" dirty="0">
                <a:latin typeface="+mj-lt"/>
              </a:rPr>
              <a:t>Task 3 — Calculate the Subnets and Allocate Addresses</a:t>
            </a:r>
          </a:p>
          <a:p>
            <a:pPr>
              <a:lnSpc>
                <a:spcPct val="150000"/>
              </a:lnSpc>
              <a:buNone/>
            </a:pPr>
            <a:r>
              <a:rPr lang="en-US" sz="2800" dirty="0">
                <a:latin typeface="+mj-lt"/>
              </a:rPr>
              <a:t>Now that we know:</a:t>
            </a:r>
          </a:p>
          <a:p>
            <a:pPr rtl="0">
              <a:lnSpc>
                <a:spcPct val="150000"/>
              </a:lnSpc>
              <a:buNone/>
            </a:pPr>
            <a:r>
              <a:rPr lang="en-US" sz="2800" dirty="0">
                <a:latin typeface="+mj-lt"/>
              </a:rPr>
              <a:t>/27</a:t>
            </a:r>
          </a:p>
          <a:p>
            <a:pPr>
              <a:lnSpc>
                <a:spcPct val="150000"/>
              </a:lnSpc>
              <a:buNone/>
            </a:pPr>
            <a:r>
              <a:rPr lang="en-US" sz="2800" dirty="0">
                <a:latin typeface="+mj-lt"/>
              </a:rPr>
              <a:t>we need to identify the actual subnet addresses.</a:t>
            </a:r>
          </a:p>
          <a:p>
            <a:pPr>
              <a:lnSpc>
                <a:spcPct val="150000"/>
              </a:lnSpc>
              <a:buNone/>
            </a:pPr>
            <a:r>
              <a:rPr lang="en-US" sz="2800" b="1" dirty="0">
                <a:latin typeface="+mj-lt"/>
              </a:rPr>
              <a:t>Step 1 — Find the block size</a:t>
            </a:r>
          </a:p>
          <a:p>
            <a:pPr>
              <a:lnSpc>
                <a:spcPct val="150000"/>
              </a:lnSpc>
              <a:buNone/>
            </a:pPr>
            <a:r>
              <a:rPr lang="en-US" sz="2800" dirty="0">
                <a:latin typeface="+mj-lt"/>
              </a:rPr>
              <a:t>Use:</a:t>
            </a:r>
          </a:p>
          <a:p>
            <a:pPr rtl="0">
              <a:lnSpc>
                <a:spcPct val="150000"/>
              </a:lnSpc>
              <a:buNone/>
            </a:pPr>
            <a:r>
              <a:rPr lang="en-US" sz="2800" dirty="0">
                <a:latin typeface="+mj-lt"/>
              </a:rPr>
              <a:t>256 - 224 = 32</a:t>
            </a:r>
          </a:p>
          <a:p>
            <a:pPr>
              <a:lnSpc>
                <a:spcPct val="150000"/>
              </a:lnSpc>
              <a:buNone/>
            </a:pPr>
            <a:r>
              <a:rPr lang="en-US" sz="2800" dirty="0">
                <a:latin typeface="+mj-lt"/>
              </a:rPr>
              <a:t>Therefore, subnet addresses increase by:</a:t>
            </a:r>
          </a:p>
          <a:p>
            <a:pPr rtl="0">
              <a:lnSpc>
                <a:spcPct val="150000"/>
              </a:lnSpc>
              <a:buNone/>
            </a:pPr>
            <a:r>
              <a:rPr lang="en-US" sz="2800" dirty="0">
                <a:latin typeface="+mj-lt"/>
              </a:rPr>
              <a:t>32</a:t>
            </a:r>
          </a:p>
          <a:p>
            <a:pPr>
              <a:lnSpc>
                <a:spcPct val="150000"/>
              </a:lnSpc>
              <a:buNone/>
            </a:pPr>
            <a:r>
              <a:rPr lang="en-US" sz="2800" dirty="0">
                <a:latin typeface="+mj-lt"/>
              </a:rPr>
              <a:t>Starting at 0:</a:t>
            </a:r>
          </a:p>
        </p:txBody>
      </p:sp>
    </p:spTree>
    <p:extLst>
      <p:ext uri="{BB962C8B-B14F-4D97-AF65-F5344CB8AC3E}">
        <p14:creationId xmlns:p14="http://schemas.microsoft.com/office/powerpoint/2010/main" val="1237148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B32E-6015-0FAF-56A8-A941B921B18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B13B12D-3DE5-8148-98C4-BDCF814F6E8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8B30626E-0AC4-34D1-6306-4B16DAD45456}"/>
              </a:ext>
            </a:extLst>
          </p:cNvPr>
          <p:cNvSpPr txBox="1"/>
          <p:nvPr/>
        </p:nvSpPr>
        <p:spPr>
          <a:xfrm>
            <a:off x="0" y="457201"/>
            <a:ext cx="8981768" cy="5183150"/>
          </a:xfrm>
          <a:prstGeom prst="rect">
            <a:avLst/>
          </a:prstGeom>
          <a:noFill/>
        </p:spPr>
        <p:txBody>
          <a:bodyPr wrap="square">
            <a:spAutoFit/>
          </a:bodyPr>
          <a:lstStyle/>
          <a:p>
            <a:pPr rtl="0">
              <a:lnSpc>
                <a:spcPct val="150000"/>
              </a:lnSpc>
              <a:buNone/>
            </a:pPr>
            <a:r>
              <a:rPr lang="en-US" sz="2800" dirty="0">
                <a:latin typeface="+mj-lt"/>
              </a:rPr>
              <a:t>0</a:t>
            </a:r>
          </a:p>
          <a:p>
            <a:pPr rtl="0">
              <a:lnSpc>
                <a:spcPct val="150000"/>
              </a:lnSpc>
              <a:buNone/>
            </a:pPr>
            <a:r>
              <a:rPr lang="en-US" sz="2800" dirty="0">
                <a:latin typeface="+mj-lt"/>
              </a:rPr>
              <a:t>32</a:t>
            </a:r>
          </a:p>
          <a:p>
            <a:pPr rtl="0">
              <a:lnSpc>
                <a:spcPct val="150000"/>
              </a:lnSpc>
              <a:buNone/>
            </a:pPr>
            <a:r>
              <a:rPr lang="en-US" sz="2800" dirty="0">
                <a:latin typeface="+mj-lt"/>
              </a:rPr>
              <a:t>64</a:t>
            </a:r>
          </a:p>
          <a:p>
            <a:pPr rtl="0">
              <a:lnSpc>
                <a:spcPct val="150000"/>
              </a:lnSpc>
              <a:buNone/>
            </a:pPr>
            <a:r>
              <a:rPr lang="en-US" sz="2800" dirty="0">
                <a:latin typeface="+mj-lt"/>
              </a:rPr>
              <a:t>96</a:t>
            </a:r>
          </a:p>
          <a:p>
            <a:pPr rtl="0">
              <a:lnSpc>
                <a:spcPct val="150000"/>
              </a:lnSpc>
              <a:buNone/>
            </a:pPr>
            <a:r>
              <a:rPr lang="en-US" sz="2800" dirty="0">
                <a:latin typeface="+mj-lt"/>
              </a:rPr>
              <a:t>128</a:t>
            </a:r>
          </a:p>
          <a:p>
            <a:pPr rtl="0">
              <a:lnSpc>
                <a:spcPct val="150000"/>
              </a:lnSpc>
              <a:buNone/>
            </a:pPr>
            <a:r>
              <a:rPr lang="en-US" sz="2800" dirty="0">
                <a:latin typeface="+mj-lt"/>
              </a:rPr>
              <a:t>160</a:t>
            </a:r>
          </a:p>
          <a:p>
            <a:pPr rtl="0">
              <a:lnSpc>
                <a:spcPct val="150000"/>
              </a:lnSpc>
              <a:buNone/>
            </a:pPr>
            <a:r>
              <a:rPr lang="en-US" sz="2800" dirty="0">
                <a:latin typeface="+mj-lt"/>
              </a:rPr>
              <a:t>192</a:t>
            </a:r>
          </a:p>
          <a:p>
            <a:pPr rtl="0">
              <a:lnSpc>
                <a:spcPct val="150000"/>
              </a:lnSpc>
              <a:buNone/>
            </a:pPr>
            <a:r>
              <a:rPr lang="en-US" sz="2800" dirty="0">
                <a:latin typeface="+mj-lt"/>
              </a:rPr>
              <a:t>224</a:t>
            </a:r>
          </a:p>
        </p:txBody>
      </p:sp>
    </p:spTree>
    <p:extLst>
      <p:ext uri="{BB962C8B-B14F-4D97-AF65-F5344CB8AC3E}">
        <p14:creationId xmlns:p14="http://schemas.microsoft.com/office/powerpoint/2010/main" val="4158766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C2B9F-97A9-E242-7404-905111C0288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C691C04-062E-424F-E1C5-E0C8BC9CFBD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graphicFrame>
        <p:nvGraphicFramePr>
          <p:cNvPr id="2" name="Table 1">
            <a:extLst>
              <a:ext uri="{FF2B5EF4-FFF2-40B4-BE49-F238E27FC236}">
                <a16:creationId xmlns:a16="http://schemas.microsoft.com/office/drawing/2014/main" id="{63DC5F9F-C656-96C0-8BB4-09DEA85F8065}"/>
              </a:ext>
            </a:extLst>
          </p:cNvPr>
          <p:cNvGraphicFramePr>
            <a:graphicFrameLocks noGrp="1"/>
          </p:cNvGraphicFramePr>
          <p:nvPr>
            <p:extLst>
              <p:ext uri="{D42A27DB-BD31-4B8C-83A1-F6EECF244321}">
                <p14:modId xmlns:p14="http://schemas.microsoft.com/office/powerpoint/2010/main" val="3082531723"/>
              </p:ext>
            </p:extLst>
          </p:nvPr>
        </p:nvGraphicFramePr>
        <p:xfrm>
          <a:off x="62220" y="1219200"/>
          <a:ext cx="8981768" cy="3637206"/>
        </p:xfrm>
        <a:graphic>
          <a:graphicData uri="http://schemas.openxmlformats.org/drawingml/2006/table">
            <a:tbl>
              <a:tblPr>
                <a:tableStyleId>{5C22544A-7EE6-4342-B048-85BDC9FD1C3A}</a:tableStyleId>
              </a:tblPr>
              <a:tblGrid>
                <a:gridCol w="302703">
                  <a:extLst>
                    <a:ext uri="{9D8B030D-6E8A-4147-A177-3AD203B41FA5}">
                      <a16:colId xmlns:a16="http://schemas.microsoft.com/office/drawing/2014/main" val="1011260668"/>
                    </a:ext>
                  </a:extLst>
                </a:gridCol>
                <a:gridCol w="2648652">
                  <a:extLst>
                    <a:ext uri="{9D8B030D-6E8A-4147-A177-3AD203B41FA5}">
                      <a16:colId xmlns:a16="http://schemas.microsoft.com/office/drawing/2014/main" val="2210924152"/>
                    </a:ext>
                  </a:extLst>
                </a:gridCol>
                <a:gridCol w="3027031">
                  <a:extLst>
                    <a:ext uri="{9D8B030D-6E8A-4147-A177-3AD203B41FA5}">
                      <a16:colId xmlns:a16="http://schemas.microsoft.com/office/drawing/2014/main" val="2248093341"/>
                    </a:ext>
                  </a:extLst>
                </a:gridCol>
                <a:gridCol w="3003382">
                  <a:extLst>
                    <a:ext uri="{9D8B030D-6E8A-4147-A177-3AD203B41FA5}">
                      <a16:colId xmlns:a16="http://schemas.microsoft.com/office/drawing/2014/main" val="530568130"/>
                    </a:ext>
                  </a:extLst>
                </a:gridCol>
              </a:tblGrid>
              <a:tr h="0">
                <a:tc>
                  <a:txBody>
                    <a:bodyPr/>
                    <a:lstStyle/>
                    <a:p>
                      <a:pPr>
                        <a:buNone/>
                      </a:pPr>
                      <a:r>
                        <a:rPr lang="en-US" sz="2600"/>
                        <a:t>#</a:t>
                      </a:r>
                    </a:p>
                  </a:txBody>
                  <a:tcPr marL="7893" marR="7893" marT="3947" marB="3947" anchor="ctr">
                    <a:solidFill>
                      <a:schemeClr val="accent4">
                        <a:lumMod val="60000"/>
                        <a:lumOff val="40000"/>
                      </a:schemeClr>
                    </a:solidFill>
                  </a:tcPr>
                </a:tc>
                <a:tc>
                  <a:txBody>
                    <a:bodyPr/>
                    <a:lstStyle/>
                    <a:p>
                      <a:pPr>
                        <a:buNone/>
                      </a:pPr>
                      <a:r>
                        <a:rPr lang="en-US" sz="2600"/>
                        <a:t>Network</a:t>
                      </a:r>
                    </a:p>
                  </a:txBody>
                  <a:tcPr marL="7893" marR="7893" marT="3947" marB="3947" anchor="ctr">
                    <a:solidFill>
                      <a:schemeClr val="accent4">
                        <a:lumMod val="60000"/>
                        <a:lumOff val="40000"/>
                      </a:schemeClr>
                    </a:solidFill>
                  </a:tcPr>
                </a:tc>
                <a:tc>
                  <a:txBody>
                    <a:bodyPr/>
                    <a:lstStyle/>
                    <a:p>
                      <a:pPr>
                        <a:buNone/>
                      </a:pPr>
                      <a:r>
                        <a:rPr lang="en-US" sz="2600"/>
                        <a:t>Usable host range</a:t>
                      </a:r>
                    </a:p>
                  </a:txBody>
                  <a:tcPr marL="7893" marR="7893" marT="3947" marB="3947" anchor="ctr">
                    <a:solidFill>
                      <a:schemeClr val="accent4">
                        <a:lumMod val="60000"/>
                        <a:lumOff val="40000"/>
                      </a:schemeClr>
                    </a:solidFill>
                  </a:tcPr>
                </a:tc>
                <a:tc>
                  <a:txBody>
                    <a:bodyPr/>
                    <a:lstStyle/>
                    <a:p>
                      <a:pPr>
                        <a:buNone/>
                      </a:pPr>
                      <a:r>
                        <a:rPr lang="en-US" sz="2600" dirty="0"/>
                        <a:t>Broadcast</a:t>
                      </a:r>
                    </a:p>
                  </a:txBody>
                  <a:tcPr marL="7893" marR="7893" marT="3947" marB="3947" anchor="ctr">
                    <a:solidFill>
                      <a:schemeClr val="accent4">
                        <a:lumMod val="60000"/>
                        <a:lumOff val="40000"/>
                      </a:schemeClr>
                    </a:solidFill>
                  </a:tcPr>
                </a:tc>
                <a:extLst>
                  <a:ext uri="{0D108BD9-81ED-4DB2-BD59-A6C34878D82A}">
                    <a16:rowId xmlns:a16="http://schemas.microsoft.com/office/drawing/2014/main" val="1991484322"/>
                  </a:ext>
                </a:extLst>
              </a:tr>
              <a:tr h="54514">
                <a:tc>
                  <a:txBody>
                    <a:bodyPr/>
                    <a:lstStyle/>
                    <a:p>
                      <a:pPr>
                        <a:buNone/>
                      </a:pPr>
                      <a:r>
                        <a:rPr lang="en-US" sz="2600"/>
                        <a:t>1</a:t>
                      </a:r>
                    </a:p>
                  </a:txBody>
                  <a:tcPr marL="7893" marR="7893" marT="3947" marB="3947" anchor="ctr">
                    <a:solidFill>
                      <a:schemeClr val="accent4">
                        <a:lumMod val="20000"/>
                        <a:lumOff val="80000"/>
                      </a:schemeClr>
                    </a:solidFill>
                  </a:tcPr>
                </a:tc>
                <a:tc>
                  <a:txBody>
                    <a:bodyPr/>
                    <a:lstStyle/>
                    <a:p>
                      <a:pPr>
                        <a:buNone/>
                      </a:pPr>
                      <a:r>
                        <a:rPr lang="en-US" sz="2600"/>
                        <a:t>192.168.0.0/27</a:t>
                      </a:r>
                    </a:p>
                  </a:txBody>
                  <a:tcPr marL="7893" marR="7893" marT="3947" marB="3947" anchor="ctr">
                    <a:solidFill>
                      <a:schemeClr val="accent4">
                        <a:lumMod val="20000"/>
                        <a:lumOff val="80000"/>
                      </a:schemeClr>
                    </a:solidFill>
                  </a:tcPr>
                </a:tc>
                <a:tc>
                  <a:txBody>
                    <a:bodyPr/>
                    <a:lstStyle/>
                    <a:p>
                      <a:pPr>
                        <a:buNone/>
                      </a:pPr>
                      <a:r>
                        <a:rPr lang="en-US" sz="2600"/>
                        <a:t>192.168.0.1–30</a:t>
                      </a:r>
                    </a:p>
                  </a:txBody>
                  <a:tcPr marL="7893" marR="7893" marT="3947" marB="3947" anchor="ctr">
                    <a:solidFill>
                      <a:schemeClr val="accent4">
                        <a:lumMod val="20000"/>
                        <a:lumOff val="80000"/>
                      </a:schemeClr>
                    </a:solidFill>
                  </a:tcPr>
                </a:tc>
                <a:tc>
                  <a:txBody>
                    <a:bodyPr/>
                    <a:lstStyle/>
                    <a:p>
                      <a:pPr>
                        <a:buNone/>
                      </a:pPr>
                      <a:r>
                        <a:rPr lang="en-US" sz="2600"/>
                        <a:t>192.168.0.31</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3208309247"/>
                  </a:ext>
                </a:extLst>
              </a:tr>
              <a:tr h="0">
                <a:tc>
                  <a:txBody>
                    <a:bodyPr/>
                    <a:lstStyle/>
                    <a:p>
                      <a:pPr>
                        <a:buNone/>
                      </a:pPr>
                      <a:r>
                        <a:rPr lang="en-US" sz="2600"/>
                        <a:t>2</a:t>
                      </a:r>
                    </a:p>
                  </a:txBody>
                  <a:tcPr marL="7893" marR="7893" marT="3947" marB="3947" anchor="ctr">
                    <a:solidFill>
                      <a:schemeClr val="accent4">
                        <a:lumMod val="20000"/>
                        <a:lumOff val="80000"/>
                      </a:schemeClr>
                    </a:solidFill>
                  </a:tcPr>
                </a:tc>
                <a:tc>
                  <a:txBody>
                    <a:bodyPr/>
                    <a:lstStyle/>
                    <a:p>
                      <a:pPr>
                        <a:buNone/>
                      </a:pPr>
                      <a:r>
                        <a:rPr lang="en-US" sz="2600"/>
                        <a:t>192.168.0.32/27</a:t>
                      </a:r>
                    </a:p>
                  </a:txBody>
                  <a:tcPr marL="7893" marR="7893" marT="3947" marB="3947" anchor="ctr">
                    <a:solidFill>
                      <a:schemeClr val="accent4">
                        <a:lumMod val="20000"/>
                        <a:lumOff val="80000"/>
                      </a:schemeClr>
                    </a:solidFill>
                  </a:tcPr>
                </a:tc>
                <a:tc>
                  <a:txBody>
                    <a:bodyPr/>
                    <a:lstStyle/>
                    <a:p>
                      <a:pPr>
                        <a:buNone/>
                      </a:pPr>
                      <a:r>
                        <a:rPr lang="en-US" sz="2600"/>
                        <a:t>192.168.0.33–62</a:t>
                      </a:r>
                    </a:p>
                  </a:txBody>
                  <a:tcPr marL="7893" marR="7893" marT="3947" marB="3947" anchor="ctr">
                    <a:solidFill>
                      <a:schemeClr val="accent4">
                        <a:lumMod val="20000"/>
                        <a:lumOff val="80000"/>
                      </a:schemeClr>
                    </a:solidFill>
                  </a:tcPr>
                </a:tc>
                <a:tc>
                  <a:txBody>
                    <a:bodyPr/>
                    <a:lstStyle/>
                    <a:p>
                      <a:pPr>
                        <a:buNone/>
                      </a:pPr>
                      <a:r>
                        <a:rPr lang="en-US" sz="2600" dirty="0"/>
                        <a:t>192.168.0.63</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1205694499"/>
                  </a:ext>
                </a:extLst>
              </a:tr>
              <a:tr h="53966">
                <a:tc>
                  <a:txBody>
                    <a:bodyPr/>
                    <a:lstStyle/>
                    <a:p>
                      <a:pPr>
                        <a:buNone/>
                      </a:pPr>
                      <a:r>
                        <a:rPr lang="en-US" sz="2600"/>
                        <a:t>3</a:t>
                      </a:r>
                    </a:p>
                  </a:txBody>
                  <a:tcPr marL="7893" marR="7893" marT="3947" marB="3947" anchor="ctr">
                    <a:solidFill>
                      <a:schemeClr val="accent4">
                        <a:lumMod val="20000"/>
                        <a:lumOff val="80000"/>
                      </a:schemeClr>
                    </a:solidFill>
                  </a:tcPr>
                </a:tc>
                <a:tc>
                  <a:txBody>
                    <a:bodyPr/>
                    <a:lstStyle/>
                    <a:p>
                      <a:pPr>
                        <a:buNone/>
                      </a:pPr>
                      <a:r>
                        <a:rPr lang="en-US" sz="2600"/>
                        <a:t>192.168.0.64/27</a:t>
                      </a:r>
                    </a:p>
                  </a:txBody>
                  <a:tcPr marL="7893" marR="7893" marT="3947" marB="3947" anchor="ctr">
                    <a:solidFill>
                      <a:schemeClr val="accent4">
                        <a:lumMod val="20000"/>
                        <a:lumOff val="80000"/>
                      </a:schemeClr>
                    </a:solidFill>
                  </a:tcPr>
                </a:tc>
                <a:tc>
                  <a:txBody>
                    <a:bodyPr/>
                    <a:lstStyle/>
                    <a:p>
                      <a:pPr>
                        <a:buNone/>
                      </a:pPr>
                      <a:r>
                        <a:rPr lang="en-US" sz="2600"/>
                        <a:t>192.168.0.65–94</a:t>
                      </a:r>
                    </a:p>
                  </a:txBody>
                  <a:tcPr marL="7893" marR="7893" marT="3947" marB="3947" anchor="ctr">
                    <a:solidFill>
                      <a:schemeClr val="accent4">
                        <a:lumMod val="20000"/>
                        <a:lumOff val="80000"/>
                      </a:schemeClr>
                    </a:solidFill>
                  </a:tcPr>
                </a:tc>
                <a:tc>
                  <a:txBody>
                    <a:bodyPr/>
                    <a:lstStyle/>
                    <a:p>
                      <a:pPr>
                        <a:buNone/>
                      </a:pPr>
                      <a:r>
                        <a:rPr lang="en-US" sz="2600" dirty="0"/>
                        <a:t>192.168.0.95</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3022739230"/>
                  </a:ext>
                </a:extLst>
              </a:tr>
              <a:tr h="0">
                <a:tc>
                  <a:txBody>
                    <a:bodyPr/>
                    <a:lstStyle/>
                    <a:p>
                      <a:pPr>
                        <a:buNone/>
                      </a:pPr>
                      <a:r>
                        <a:rPr lang="en-US" sz="2600"/>
                        <a:t>4</a:t>
                      </a:r>
                    </a:p>
                  </a:txBody>
                  <a:tcPr marL="7893" marR="7893" marT="3947" marB="3947" anchor="ctr">
                    <a:solidFill>
                      <a:schemeClr val="accent4">
                        <a:lumMod val="20000"/>
                        <a:lumOff val="80000"/>
                      </a:schemeClr>
                    </a:solidFill>
                  </a:tcPr>
                </a:tc>
                <a:tc>
                  <a:txBody>
                    <a:bodyPr/>
                    <a:lstStyle/>
                    <a:p>
                      <a:pPr>
                        <a:buNone/>
                      </a:pPr>
                      <a:r>
                        <a:rPr lang="en-US" sz="2600" dirty="0"/>
                        <a:t>192.168.0.96/27</a:t>
                      </a:r>
                    </a:p>
                  </a:txBody>
                  <a:tcPr marL="7893" marR="7893" marT="3947" marB="3947" anchor="ctr">
                    <a:solidFill>
                      <a:schemeClr val="accent4">
                        <a:lumMod val="20000"/>
                        <a:lumOff val="80000"/>
                      </a:schemeClr>
                    </a:solidFill>
                  </a:tcPr>
                </a:tc>
                <a:tc>
                  <a:txBody>
                    <a:bodyPr/>
                    <a:lstStyle/>
                    <a:p>
                      <a:pPr>
                        <a:buNone/>
                      </a:pPr>
                      <a:r>
                        <a:rPr lang="en-US" sz="2600"/>
                        <a:t>192.168.0.97–126</a:t>
                      </a:r>
                    </a:p>
                  </a:txBody>
                  <a:tcPr marL="7893" marR="7893" marT="3947" marB="3947" anchor="ctr">
                    <a:solidFill>
                      <a:schemeClr val="accent4">
                        <a:lumMod val="20000"/>
                        <a:lumOff val="80000"/>
                      </a:schemeClr>
                    </a:solidFill>
                  </a:tcPr>
                </a:tc>
                <a:tc>
                  <a:txBody>
                    <a:bodyPr/>
                    <a:lstStyle/>
                    <a:p>
                      <a:pPr>
                        <a:buNone/>
                      </a:pPr>
                      <a:r>
                        <a:rPr lang="en-US" sz="2600" dirty="0"/>
                        <a:t>192.168.0.127</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2863595628"/>
                  </a:ext>
                </a:extLst>
              </a:tr>
              <a:tr h="53418">
                <a:tc>
                  <a:txBody>
                    <a:bodyPr/>
                    <a:lstStyle/>
                    <a:p>
                      <a:pPr>
                        <a:buNone/>
                      </a:pPr>
                      <a:r>
                        <a:rPr lang="en-US" sz="2600"/>
                        <a:t>5</a:t>
                      </a:r>
                    </a:p>
                  </a:txBody>
                  <a:tcPr marL="7893" marR="7893" marT="3947" marB="3947" anchor="ctr">
                    <a:solidFill>
                      <a:schemeClr val="accent4">
                        <a:lumMod val="20000"/>
                        <a:lumOff val="80000"/>
                      </a:schemeClr>
                    </a:solidFill>
                  </a:tcPr>
                </a:tc>
                <a:tc>
                  <a:txBody>
                    <a:bodyPr/>
                    <a:lstStyle/>
                    <a:p>
                      <a:pPr>
                        <a:buNone/>
                      </a:pPr>
                      <a:r>
                        <a:rPr lang="en-US" sz="2600"/>
                        <a:t>192.168.0.128/27</a:t>
                      </a:r>
                    </a:p>
                  </a:txBody>
                  <a:tcPr marL="7893" marR="7893" marT="3947" marB="3947" anchor="ctr">
                    <a:solidFill>
                      <a:schemeClr val="accent4">
                        <a:lumMod val="20000"/>
                        <a:lumOff val="80000"/>
                      </a:schemeClr>
                    </a:solidFill>
                  </a:tcPr>
                </a:tc>
                <a:tc>
                  <a:txBody>
                    <a:bodyPr/>
                    <a:lstStyle/>
                    <a:p>
                      <a:pPr>
                        <a:buNone/>
                      </a:pPr>
                      <a:r>
                        <a:rPr lang="en-US" sz="2600"/>
                        <a:t>192.168.0.129–158</a:t>
                      </a:r>
                    </a:p>
                  </a:txBody>
                  <a:tcPr marL="7893" marR="7893" marT="3947" marB="3947" anchor="ctr">
                    <a:solidFill>
                      <a:schemeClr val="accent4">
                        <a:lumMod val="20000"/>
                        <a:lumOff val="80000"/>
                      </a:schemeClr>
                    </a:solidFill>
                  </a:tcPr>
                </a:tc>
                <a:tc>
                  <a:txBody>
                    <a:bodyPr/>
                    <a:lstStyle/>
                    <a:p>
                      <a:pPr>
                        <a:buNone/>
                      </a:pPr>
                      <a:r>
                        <a:rPr lang="en-US" sz="2600" dirty="0"/>
                        <a:t>192.168.0.159</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1523090911"/>
                  </a:ext>
                </a:extLst>
              </a:tr>
              <a:tr h="0">
                <a:tc>
                  <a:txBody>
                    <a:bodyPr/>
                    <a:lstStyle/>
                    <a:p>
                      <a:pPr>
                        <a:buNone/>
                      </a:pPr>
                      <a:r>
                        <a:rPr lang="en-US" sz="2600"/>
                        <a:t>6</a:t>
                      </a:r>
                    </a:p>
                  </a:txBody>
                  <a:tcPr marL="7893" marR="7893" marT="3947" marB="3947" anchor="ctr">
                    <a:solidFill>
                      <a:schemeClr val="accent4">
                        <a:lumMod val="20000"/>
                        <a:lumOff val="80000"/>
                      </a:schemeClr>
                    </a:solidFill>
                  </a:tcPr>
                </a:tc>
                <a:tc>
                  <a:txBody>
                    <a:bodyPr/>
                    <a:lstStyle/>
                    <a:p>
                      <a:pPr>
                        <a:buNone/>
                      </a:pPr>
                      <a:r>
                        <a:rPr lang="en-US" sz="2600"/>
                        <a:t>192.168.0.160/27</a:t>
                      </a:r>
                    </a:p>
                  </a:txBody>
                  <a:tcPr marL="7893" marR="7893" marT="3947" marB="3947" anchor="ctr">
                    <a:solidFill>
                      <a:schemeClr val="accent4">
                        <a:lumMod val="20000"/>
                        <a:lumOff val="80000"/>
                      </a:schemeClr>
                    </a:solidFill>
                  </a:tcPr>
                </a:tc>
                <a:tc>
                  <a:txBody>
                    <a:bodyPr/>
                    <a:lstStyle/>
                    <a:p>
                      <a:pPr>
                        <a:buNone/>
                      </a:pPr>
                      <a:r>
                        <a:rPr lang="en-US" sz="2600"/>
                        <a:t>192.168.0.161–190</a:t>
                      </a:r>
                    </a:p>
                  </a:txBody>
                  <a:tcPr marL="7893" marR="7893" marT="3947" marB="3947" anchor="ctr">
                    <a:solidFill>
                      <a:schemeClr val="accent4">
                        <a:lumMod val="20000"/>
                        <a:lumOff val="80000"/>
                      </a:schemeClr>
                    </a:solidFill>
                  </a:tcPr>
                </a:tc>
                <a:tc>
                  <a:txBody>
                    <a:bodyPr/>
                    <a:lstStyle/>
                    <a:p>
                      <a:pPr>
                        <a:buNone/>
                      </a:pPr>
                      <a:r>
                        <a:rPr lang="en-US" sz="2600" dirty="0"/>
                        <a:t>192.168.0.191</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743111051"/>
                  </a:ext>
                </a:extLst>
              </a:tr>
              <a:tr h="52870">
                <a:tc>
                  <a:txBody>
                    <a:bodyPr/>
                    <a:lstStyle/>
                    <a:p>
                      <a:pPr>
                        <a:buNone/>
                      </a:pPr>
                      <a:r>
                        <a:rPr lang="en-US" sz="2600"/>
                        <a:t>7</a:t>
                      </a:r>
                    </a:p>
                  </a:txBody>
                  <a:tcPr marL="7893" marR="7893" marT="3947" marB="3947" anchor="ctr">
                    <a:solidFill>
                      <a:schemeClr val="accent4">
                        <a:lumMod val="20000"/>
                        <a:lumOff val="80000"/>
                      </a:schemeClr>
                    </a:solidFill>
                  </a:tcPr>
                </a:tc>
                <a:tc>
                  <a:txBody>
                    <a:bodyPr/>
                    <a:lstStyle/>
                    <a:p>
                      <a:pPr>
                        <a:buNone/>
                      </a:pPr>
                      <a:r>
                        <a:rPr lang="en-US" sz="2600"/>
                        <a:t>192.168.0.192/27</a:t>
                      </a:r>
                    </a:p>
                  </a:txBody>
                  <a:tcPr marL="7893" marR="7893" marT="3947" marB="3947" anchor="ctr">
                    <a:solidFill>
                      <a:schemeClr val="accent4">
                        <a:lumMod val="20000"/>
                        <a:lumOff val="80000"/>
                      </a:schemeClr>
                    </a:solidFill>
                  </a:tcPr>
                </a:tc>
                <a:tc>
                  <a:txBody>
                    <a:bodyPr/>
                    <a:lstStyle/>
                    <a:p>
                      <a:pPr>
                        <a:buNone/>
                      </a:pPr>
                      <a:r>
                        <a:rPr lang="en-US" sz="2600"/>
                        <a:t>192.168.0.193–222</a:t>
                      </a:r>
                    </a:p>
                  </a:txBody>
                  <a:tcPr marL="7893" marR="7893" marT="3947" marB="3947" anchor="ctr">
                    <a:solidFill>
                      <a:schemeClr val="accent4">
                        <a:lumMod val="20000"/>
                        <a:lumOff val="80000"/>
                      </a:schemeClr>
                    </a:solidFill>
                  </a:tcPr>
                </a:tc>
                <a:tc>
                  <a:txBody>
                    <a:bodyPr/>
                    <a:lstStyle/>
                    <a:p>
                      <a:pPr>
                        <a:buNone/>
                      </a:pPr>
                      <a:r>
                        <a:rPr lang="en-US" sz="2600"/>
                        <a:t>192.168.0.223</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1252806235"/>
                  </a:ext>
                </a:extLst>
              </a:tr>
              <a:tr h="0">
                <a:tc>
                  <a:txBody>
                    <a:bodyPr/>
                    <a:lstStyle/>
                    <a:p>
                      <a:pPr>
                        <a:buNone/>
                      </a:pPr>
                      <a:r>
                        <a:rPr lang="en-US" sz="2600"/>
                        <a:t>8</a:t>
                      </a:r>
                    </a:p>
                  </a:txBody>
                  <a:tcPr marL="7893" marR="7893" marT="3947" marB="3947" anchor="ctr">
                    <a:solidFill>
                      <a:schemeClr val="accent4">
                        <a:lumMod val="20000"/>
                        <a:lumOff val="80000"/>
                      </a:schemeClr>
                    </a:solidFill>
                  </a:tcPr>
                </a:tc>
                <a:tc>
                  <a:txBody>
                    <a:bodyPr/>
                    <a:lstStyle/>
                    <a:p>
                      <a:pPr>
                        <a:buNone/>
                      </a:pPr>
                      <a:r>
                        <a:rPr lang="en-US" sz="2600"/>
                        <a:t>192.168.0.224/27</a:t>
                      </a:r>
                    </a:p>
                  </a:txBody>
                  <a:tcPr marL="7893" marR="7893" marT="3947" marB="3947" anchor="ctr">
                    <a:solidFill>
                      <a:schemeClr val="accent4">
                        <a:lumMod val="20000"/>
                        <a:lumOff val="80000"/>
                      </a:schemeClr>
                    </a:solidFill>
                  </a:tcPr>
                </a:tc>
                <a:tc>
                  <a:txBody>
                    <a:bodyPr/>
                    <a:lstStyle/>
                    <a:p>
                      <a:pPr>
                        <a:buNone/>
                      </a:pPr>
                      <a:r>
                        <a:rPr lang="en-US" sz="2600"/>
                        <a:t>192.168.0.225–254</a:t>
                      </a:r>
                    </a:p>
                  </a:txBody>
                  <a:tcPr marL="7893" marR="7893" marT="3947" marB="3947" anchor="ctr">
                    <a:solidFill>
                      <a:schemeClr val="accent4">
                        <a:lumMod val="20000"/>
                        <a:lumOff val="80000"/>
                      </a:schemeClr>
                    </a:solidFill>
                  </a:tcPr>
                </a:tc>
                <a:tc>
                  <a:txBody>
                    <a:bodyPr/>
                    <a:lstStyle/>
                    <a:p>
                      <a:pPr>
                        <a:buNone/>
                      </a:pPr>
                      <a:r>
                        <a:rPr lang="en-US" sz="2600" dirty="0"/>
                        <a:t>192.168.0.255</a:t>
                      </a:r>
                    </a:p>
                  </a:txBody>
                  <a:tcPr marL="7893" marR="7893" marT="3947" marB="3947" anchor="ctr">
                    <a:solidFill>
                      <a:schemeClr val="accent4">
                        <a:lumMod val="20000"/>
                        <a:lumOff val="80000"/>
                      </a:schemeClr>
                    </a:solidFill>
                  </a:tcPr>
                </a:tc>
                <a:extLst>
                  <a:ext uri="{0D108BD9-81ED-4DB2-BD59-A6C34878D82A}">
                    <a16:rowId xmlns:a16="http://schemas.microsoft.com/office/drawing/2014/main" val="2558732492"/>
                  </a:ext>
                </a:extLst>
              </a:tr>
            </a:tbl>
          </a:graphicData>
        </a:graphic>
      </p:graphicFrame>
      <p:sp>
        <p:nvSpPr>
          <p:cNvPr id="6" name="TextBox 5">
            <a:extLst>
              <a:ext uri="{FF2B5EF4-FFF2-40B4-BE49-F238E27FC236}">
                <a16:creationId xmlns:a16="http://schemas.microsoft.com/office/drawing/2014/main" id="{AEDC3F4E-5E38-5BA0-46C4-24CD83A56657}"/>
              </a:ext>
            </a:extLst>
          </p:cNvPr>
          <p:cNvSpPr txBox="1"/>
          <p:nvPr/>
        </p:nvSpPr>
        <p:spPr>
          <a:xfrm>
            <a:off x="0" y="378261"/>
            <a:ext cx="8981768" cy="671851"/>
          </a:xfrm>
          <a:prstGeom prst="rect">
            <a:avLst/>
          </a:prstGeom>
          <a:noFill/>
        </p:spPr>
        <p:txBody>
          <a:bodyPr wrap="square">
            <a:spAutoFit/>
          </a:bodyPr>
          <a:lstStyle/>
          <a:p>
            <a:pPr>
              <a:lnSpc>
                <a:spcPct val="150000"/>
              </a:lnSpc>
              <a:buNone/>
            </a:pPr>
            <a:r>
              <a:rPr lang="en-US" sz="2800" dirty="0">
                <a:latin typeface="+mj-lt"/>
              </a:rPr>
              <a:t>Therefore our eight /27 networks are:</a:t>
            </a:r>
          </a:p>
        </p:txBody>
      </p:sp>
      <p:sp>
        <p:nvSpPr>
          <p:cNvPr id="8" name="TextBox 7">
            <a:extLst>
              <a:ext uri="{FF2B5EF4-FFF2-40B4-BE49-F238E27FC236}">
                <a16:creationId xmlns:a16="http://schemas.microsoft.com/office/drawing/2014/main" id="{CE0DD737-ECE8-2C7B-847D-C4C4EB641DE3}"/>
              </a:ext>
            </a:extLst>
          </p:cNvPr>
          <p:cNvSpPr txBox="1"/>
          <p:nvPr/>
        </p:nvSpPr>
        <p:spPr>
          <a:xfrm>
            <a:off x="0" y="5027952"/>
            <a:ext cx="4653116" cy="523220"/>
          </a:xfrm>
          <a:prstGeom prst="rect">
            <a:avLst/>
          </a:prstGeom>
          <a:noFill/>
        </p:spPr>
        <p:txBody>
          <a:bodyPr wrap="square">
            <a:spAutoFit/>
          </a:bodyPr>
          <a:lstStyle/>
          <a:p>
            <a:r>
              <a:rPr lang="en-US" sz="2800" dirty="0">
                <a:latin typeface="+mj-lt"/>
              </a:rPr>
              <a:t>We need six of these eight.</a:t>
            </a:r>
          </a:p>
        </p:txBody>
      </p:sp>
    </p:spTree>
    <p:extLst>
      <p:ext uri="{BB962C8B-B14F-4D97-AF65-F5344CB8AC3E}">
        <p14:creationId xmlns:p14="http://schemas.microsoft.com/office/powerpoint/2010/main" val="141603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222B1-DE3B-5668-4008-A8CB76C493A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957FB99-E7F6-FB89-C863-77F1E04F96A4}"/>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0EA34F90-B2D8-2C0C-986F-C87C32B1F697}"/>
              </a:ext>
            </a:extLst>
          </p:cNvPr>
          <p:cNvSpPr txBox="1"/>
          <p:nvPr/>
        </p:nvSpPr>
        <p:spPr>
          <a:xfrm>
            <a:off x="0" y="521953"/>
            <a:ext cx="8981768" cy="6488828"/>
          </a:xfrm>
          <a:prstGeom prst="rect">
            <a:avLst/>
          </a:prstGeom>
          <a:noFill/>
        </p:spPr>
        <p:txBody>
          <a:bodyPr wrap="square">
            <a:spAutoFit/>
          </a:bodyPr>
          <a:lstStyle/>
          <a:p>
            <a:pPr>
              <a:lnSpc>
                <a:spcPct val="150000"/>
              </a:lnSpc>
              <a:buNone/>
            </a:pPr>
            <a:r>
              <a:rPr lang="en-US" sz="2800" b="1" dirty="0">
                <a:latin typeface="+mj-lt"/>
              </a:rPr>
              <a:t>Step 2 — Assign the first four subnets</a:t>
            </a:r>
          </a:p>
          <a:p>
            <a:pPr>
              <a:lnSpc>
                <a:spcPct val="150000"/>
              </a:lnSpc>
              <a:buNone/>
            </a:pPr>
            <a:r>
              <a:rPr lang="en-US" sz="2800" dirty="0">
                <a:latin typeface="+mj-lt"/>
              </a:rPr>
              <a:t>The instructions tell us:</a:t>
            </a:r>
          </a:p>
          <a:p>
            <a:pPr>
              <a:lnSpc>
                <a:spcPct val="150000"/>
              </a:lnSpc>
              <a:buNone/>
            </a:pPr>
            <a:r>
              <a:rPr lang="en-US" sz="2800" dirty="0">
                <a:latin typeface="+mj-lt"/>
              </a:rPr>
              <a:t>On the router, use the first usable address in each subnet.</a:t>
            </a:r>
          </a:p>
          <a:p>
            <a:pPr>
              <a:lnSpc>
                <a:spcPct val="150000"/>
              </a:lnSpc>
              <a:buNone/>
            </a:pPr>
            <a:r>
              <a:rPr lang="en-US" sz="2800" dirty="0">
                <a:latin typeface="+mj-lt"/>
              </a:rPr>
              <a:t>Let's assign:</a:t>
            </a:r>
          </a:p>
          <a:p>
            <a:pPr rtl="0">
              <a:lnSpc>
                <a:spcPct val="150000"/>
              </a:lnSpc>
              <a:buNone/>
            </a:pPr>
            <a:r>
              <a:rPr lang="en-US" sz="2800" dirty="0">
                <a:latin typeface="+mj-lt"/>
              </a:rPr>
              <a:t>Subnet 1 → G0/0 network</a:t>
            </a:r>
          </a:p>
          <a:p>
            <a:pPr rtl="0">
              <a:lnSpc>
                <a:spcPct val="150000"/>
              </a:lnSpc>
              <a:buNone/>
            </a:pPr>
            <a:r>
              <a:rPr lang="en-US" sz="2800" dirty="0">
                <a:latin typeface="+mj-lt"/>
              </a:rPr>
              <a:t>Subnet 2 → G0/1 network</a:t>
            </a:r>
          </a:p>
          <a:p>
            <a:pPr rtl="0">
              <a:lnSpc>
                <a:spcPct val="150000"/>
              </a:lnSpc>
              <a:buNone/>
            </a:pPr>
            <a:r>
              <a:rPr lang="en-US" sz="2800" dirty="0">
                <a:latin typeface="+mj-lt"/>
              </a:rPr>
              <a:t>Subnet 3 → Lo0</a:t>
            </a:r>
          </a:p>
          <a:p>
            <a:pPr rtl="0">
              <a:lnSpc>
                <a:spcPct val="150000"/>
              </a:lnSpc>
              <a:buNone/>
            </a:pPr>
            <a:r>
              <a:rPr lang="en-US" sz="2800" dirty="0">
                <a:latin typeface="+mj-lt"/>
              </a:rPr>
              <a:t>Subnet 4 → Lo1</a:t>
            </a:r>
          </a:p>
          <a:p>
            <a:pPr rtl="0">
              <a:lnSpc>
                <a:spcPct val="150000"/>
              </a:lnSpc>
              <a:buNone/>
            </a:pPr>
            <a:r>
              <a:rPr lang="en-US" sz="2800" dirty="0">
                <a:latin typeface="+mj-lt"/>
              </a:rPr>
              <a:t>Subnet 5 → Future use</a:t>
            </a:r>
          </a:p>
          <a:p>
            <a:pPr rtl="0">
              <a:lnSpc>
                <a:spcPct val="150000"/>
              </a:lnSpc>
              <a:buNone/>
            </a:pPr>
            <a:r>
              <a:rPr lang="en-US" sz="2800" dirty="0">
                <a:latin typeface="+mj-lt"/>
              </a:rPr>
              <a:t>Subnet 6 → Future use</a:t>
            </a:r>
          </a:p>
        </p:txBody>
      </p:sp>
    </p:spTree>
    <p:extLst>
      <p:ext uri="{BB962C8B-B14F-4D97-AF65-F5344CB8AC3E}">
        <p14:creationId xmlns:p14="http://schemas.microsoft.com/office/powerpoint/2010/main" val="1818570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7DA6-6A67-7CAB-CB40-724AF9D83C0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8E4BA22-B95D-DD5B-155C-998E548F6E1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2BA4AB6B-7F4D-0BEF-05CF-0B52952CA8FD}"/>
              </a:ext>
            </a:extLst>
          </p:cNvPr>
          <p:cNvSpPr txBox="1"/>
          <p:nvPr/>
        </p:nvSpPr>
        <p:spPr>
          <a:xfrm>
            <a:off x="0" y="521953"/>
            <a:ext cx="8981768" cy="6488828"/>
          </a:xfrm>
          <a:prstGeom prst="rect">
            <a:avLst/>
          </a:prstGeom>
          <a:noFill/>
        </p:spPr>
        <p:txBody>
          <a:bodyPr wrap="square">
            <a:spAutoFit/>
          </a:bodyPr>
          <a:lstStyle/>
          <a:p>
            <a:pPr>
              <a:lnSpc>
                <a:spcPct val="150000"/>
              </a:lnSpc>
              <a:buNone/>
            </a:pPr>
            <a:r>
              <a:rPr lang="en-US" sz="2800" dirty="0">
                <a:latin typeface="+mj-lt"/>
              </a:rPr>
              <a:t>Therefore: R1 G0/0</a:t>
            </a:r>
          </a:p>
          <a:p>
            <a:pPr>
              <a:lnSpc>
                <a:spcPct val="150000"/>
              </a:lnSpc>
              <a:buNone/>
            </a:pPr>
            <a:r>
              <a:rPr lang="en-US" sz="2800" dirty="0">
                <a:latin typeface="+mj-lt"/>
              </a:rPr>
              <a:t>Subnet:</a:t>
            </a:r>
          </a:p>
          <a:p>
            <a:pPr rtl="0">
              <a:lnSpc>
                <a:spcPct val="150000"/>
              </a:lnSpc>
              <a:buNone/>
            </a:pPr>
            <a:r>
              <a:rPr lang="en-US" sz="2800" dirty="0">
                <a:latin typeface="+mj-lt"/>
              </a:rPr>
              <a:t>192.168.0.0/27</a:t>
            </a:r>
          </a:p>
          <a:p>
            <a:pPr>
              <a:lnSpc>
                <a:spcPct val="150000"/>
              </a:lnSpc>
              <a:buNone/>
            </a:pPr>
            <a:r>
              <a:rPr lang="en-US" sz="2800" dirty="0">
                <a:latin typeface="+mj-lt"/>
              </a:rPr>
              <a:t>First usable:</a:t>
            </a:r>
          </a:p>
          <a:p>
            <a:pPr rtl="0">
              <a:lnSpc>
                <a:spcPct val="150000"/>
              </a:lnSpc>
              <a:buNone/>
            </a:pPr>
            <a:r>
              <a:rPr lang="en-US" sz="2800" dirty="0">
                <a:latin typeface="+mj-lt"/>
              </a:rPr>
              <a:t>192.168.0.1</a:t>
            </a:r>
          </a:p>
          <a:p>
            <a:pPr>
              <a:lnSpc>
                <a:spcPct val="150000"/>
              </a:lnSpc>
              <a:buNone/>
            </a:pPr>
            <a:r>
              <a:rPr lang="en-US" sz="2800" dirty="0">
                <a:latin typeface="+mj-lt"/>
              </a:rPr>
              <a:t>So:</a:t>
            </a:r>
          </a:p>
          <a:p>
            <a:pPr rtl="0">
              <a:lnSpc>
                <a:spcPct val="150000"/>
              </a:lnSpc>
              <a:buNone/>
            </a:pPr>
            <a:r>
              <a:rPr lang="en-US" sz="2800" dirty="0">
                <a:latin typeface="+mj-lt"/>
              </a:rPr>
              <a:t>R1 G0/0 = 192.168.0.1/27</a:t>
            </a:r>
          </a:p>
          <a:p>
            <a:pPr>
              <a:lnSpc>
                <a:spcPct val="150000"/>
              </a:lnSpc>
              <a:buNone/>
            </a:pPr>
            <a:r>
              <a:rPr lang="en-US" sz="2800" dirty="0">
                <a:latin typeface="+mj-lt"/>
              </a:rPr>
              <a:t>PC-B can use another valid host address, for example:</a:t>
            </a:r>
          </a:p>
          <a:p>
            <a:pPr rtl="0">
              <a:lnSpc>
                <a:spcPct val="150000"/>
              </a:lnSpc>
              <a:buNone/>
            </a:pPr>
            <a:r>
              <a:rPr lang="en-US" sz="2800" dirty="0">
                <a:latin typeface="+mj-lt"/>
              </a:rPr>
              <a:t>PC-B = 192.168.0.2/27</a:t>
            </a:r>
          </a:p>
          <a:p>
            <a:pPr rtl="0">
              <a:lnSpc>
                <a:spcPct val="150000"/>
              </a:lnSpc>
              <a:buNone/>
            </a:pPr>
            <a:r>
              <a:rPr lang="en-US" sz="2800" dirty="0">
                <a:latin typeface="+mj-lt"/>
              </a:rPr>
              <a:t>Gateway = 192.168.0.1</a:t>
            </a:r>
          </a:p>
        </p:txBody>
      </p:sp>
    </p:spTree>
    <p:extLst>
      <p:ext uri="{BB962C8B-B14F-4D97-AF65-F5344CB8AC3E}">
        <p14:creationId xmlns:p14="http://schemas.microsoft.com/office/powerpoint/2010/main" val="3067563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E25E4-5E4F-238E-F1FE-A4B7F103B83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D71BCAD-8924-ED82-EAF5-E427F20B68E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DF441D4D-4C57-60C3-7C76-5016C051064A}"/>
              </a:ext>
            </a:extLst>
          </p:cNvPr>
          <p:cNvSpPr txBox="1"/>
          <p:nvPr/>
        </p:nvSpPr>
        <p:spPr>
          <a:xfrm>
            <a:off x="0" y="378260"/>
            <a:ext cx="8981768" cy="6488828"/>
          </a:xfrm>
          <a:prstGeom prst="rect">
            <a:avLst/>
          </a:prstGeom>
          <a:noFill/>
        </p:spPr>
        <p:txBody>
          <a:bodyPr wrap="square">
            <a:spAutoFit/>
          </a:bodyPr>
          <a:lstStyle/>
          <a:p>
            <a:pPr>
              <a:lnSpc>
                <a:spcPct val="150000"/>
              </a:lnSpc>
              <a:buNone/>
            </a:pPr>
            <a:r>
              <a:rPr lang="en-US" sz="2800" b="1" dirty="0">
                <a:latin typeface="+mj-lt"/>
              </a:rPr>
              <a:t>R1 G0/1</a:t>
            </a:r>
          </a:p>
          <a:p>
            <a:pPr>
              <a:lnSpc>
                <a:spcPct val="150000"/>
              </a:lnSpc>
              <a:buNone/>
            </a:pPr>
            <a:r>
              <a:rPr lang="en-US" sz="2800" dirty="0">
                <a:latin typeface="+mj-lt"/>
              </a:rPr>
              <a:t>Subnet:</a:t>
            </a:r>
          </a:p>
          <a:p>
            <a:pPr rtl="0">
              <a:lnSpc>
                <a:spcPct val="150000"/>
              </a:lnSpc>
              <a:buNone/>
            </a:pPr>
            <a:r>
              <a:rPr lang="en-US" sz="2800" dirty="0">
                <a:latin typeface="+mj-lt"/>
              </a:rPr>
              <a:t>192.168.0.32/27</a:t>
            </a:r>
          </a:p>
          <a:p>
            <a:pPr>
              <a:lnSpc>
                <a:spcPct val="150000"/>
              </a:lnSpc>
              <a:buNone/>
            </a:pPr>
            <a:r>
              <a:rPr lang="en-US" sz="2800" dirty="0">
                <a:latin typeface="+mj-lt"/>
              </a:rPr>
              <a:t>First usable:</a:t>
            </a:r>
          </a:p>
          <a:p>
            <a:pPr rtl="0">
              <a:lnSpc>
                <a:spcPct val="150000"/>
              </a:lnSpc>
              <a:buNone/>
            </a:pPr>
            <a:r>
              <a:rPr lang="en-US" sz="2800" dirty="0">
                <a:latin typeface="+mj-lt"/>
              </a:rPr>
              <a:t>192.168.0.33</a:t>
            </a:r>
          </a:p>
          <a:p>
            <a:pPr>
              <a:lnSpc>
                <a:spcPct val="150000"/>
              </a:lnSpc>
              <a:buNone/>
            </a:pPr>
            <a:r>
              <a:rPr lang="en-US" sz="2800" dirty="0">
                <a:latin typeface="+mj-lt"/>
              </a:rPr>
              <a:t>Therefore:</a:t>
            </a:r>
          </a:p>
          <a:p>
            <a:pPr rtl="0">
              <a:lnSpc>
                <a:spcPct val="150000"/>
              </a:lnSpc>
              <a:buNone/>
            </a:pPr>
            <a:r>
              <a:rPr lang="en-US" sz="2800" dirty="0">
                <a:latin typeface="+mj-lt"/>
              </a:rPr>
              <a:t>R1 G0/1 = 192.168.0.33/27</a:t>
            </a:r>
          </a:p>
          <a:p>
            <a:pPr>
              <a:lnSpc>
                <a:spcPct val="150000"/>
              </a:lnSpc>
              <a:buNone/>
            </a:pPr>
            <a:r>
              <a:rPr lang="en-US" sz="2800" dirty="0">
                <a:latin typeface="+mj-lt"/>
              </a:rPr>
              <a:t>PC-A can use:</a:t>
            </a:r>
          </a:p>
          <a:p>
            <a:pPr rtl="0">
              <a:lnSpc>
                <a:spcPct val="150000"/>
              </a:lnSpc>
              <a:buNone/>
            </a:pPr>
            <a:r>
              <a:rPr lang="en-US" sz="2800" dirty="0">
                <a:latin typeface="+mj-lt"/>
              </a:rPr>
              <a:t>PC-A = 192.168.0.34/27</a:t>
            </a:r>
          </a:p>
          <a:p>
            <a:pPr rtl="0">
              <a:lnSpc>
                <a:spcPct val="150000"/>
              </a:lnSpc>
              <a:buNone/>
            </a:pPr>
            <a:r>
              <a:rPr lang="en-US" sz="2800" dirty="0">
                <a:latin typeface="+mj-lt"/>
              </a:rPr>
              <a:t>Gateway = 192.168.0.33</a:t>
            </a:r>
          </a:p>
        </p:txBody>
      </p:sp>
    </p:spTree>
    <p:extLst>
      <p:ext uri="{BB962C8B-B14F-4D97-AF65-F5344CB8AC3E}">
        <p14:creationId xmlns:p14="http://schemas.microsoft.com/office/powerpoint/2010/main" val="3896314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95B0-E0CA-9010-32C0-2BDF51A308B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835D1E9-00BF-101B-8A56-A7149985ED70}"/>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CC22FD59-E733-1CA6-C54F-A3CD6C0C6C41}"/>
              </a:ext>
            </a:extLst>
          </p:cNvPr>
          <p:cNvSpPr txBox="1"/>
          <p:nvPr/>
        </p:nvSpPr>
        <p:spPr>
          <a:xfrm>
            <a:off x="0" y="378260"/>
            <a:ext cx="8981768" cy="4549835"/>
          </a:xfrm>
          <a:prstGeom prst="rect">
            <a:avLst/>
          </a:prstGeom>
          <a:noFill/>
        </p:spPr>
        <p:txBody>
          <a:bodyPr wrap="square">
            <a:spAutoFit/>
          </a:bodyPr>
          <a:lstStyle/>
          <a:p>
            <a:pPr>
              <a:lnSpc>
                <a:spcPct val="150000"/>
              </a:lnSpc>
            </a:pPr>
            <a:r>
              <a:rPr lang="en-US" sz="2800" b="1" dirty="0">
                <a:latin typeface="+mj-lt"/>
              </a:rPr>
              <a:t>Loopback 0</a:t>
            </a:r>
          </a:p>
          <a:p>
            <a:pPr>
              <a:lnSpc>
                <a:spcPct val="150000"/>
              </a:lnSpc>
            </a:pPr>
            <a:r>
              <a:rPr lang="en-US" sz="2800" dirty="0">
                <a:latin typeface="+mj-lt"/>
              </a:rPr>
              <a:t>Third subnet:</a:t>
            </a:r>
          </a:p>
          <a:p>
            <a:pPr rtl="0">
              <a:lnSpc>
                <a:spcPct val="150000"/>
              </a:lnSpc>
            </a:pPr>
            <a:r>
              <a:rPr lang="en-US" sz="2800" dirty="0">
                <a:latin typeface="+mj-lt"/>
              </a:rPr>
              <a:t>192.168.0.64/27</a:t>
            </a:r>
          </a:p>
          <a:p>
            <a:pPr>
              <a:lnSpc>
                <a:spcPct val="150000"/>
              </a:lnSpc>
            </a:pPr>
            <a:r>
              <a:rPr lang="en-US" sz="2800" dirty="0">
                <a:latin typeface="+mj-lt"/>
              </a:rPr>
              <a:t>First usable:</a:t>
            </a:r>
          </a:p>
          <a:p>
            <a:pPr rtl="0">
              <a:lnSpc>
                <a:spcPct val="150000"/>
              </a:lnSpc>
            </a:pPr>
            <a:r>
              <a:rPr lang="en-US" sz="2800" dirty="0">
                <a:latin typeface="+mj-lt"/>
              </a:rPr>
              <a:t>192.168.0.65</a:t>
            </a:r>
          </a:p>
          <a:p>
            <a:pPr>
              <a:lnSpc>
                <a:spcPct val="150000"/>
              </a:lnSpc>
            </a:pPr>
            <a:r>
              <a:rPr lang="en-US" sz="2800" dirty="0">
                <a:latin typeface="+mj-lt"/>
              </a:rPr>
              <a:t>Therefore:</a:t>
            </a:r>
          </a:p>
          <a:p>
            <a:pPr rtl="0">
              <a:lnSpc>
                <a:spcPct val="150000"/>
              </a:lnSpc>
            </a:pPr>
            <a:r>
              <a:rPr lang="en-US" sz="2800" dirty="0">
                <a:latin typeface="+mj-lt"/>
              </a:rPr>
              <a:t>Lo0 = 192.168.0.65/27</a:t>
            </a:r>
          </a:p>
        </p:txBody>
      </p:sp>
    </p:spTree>
    <p:extLst>
      <p:ext uri="{BB962C8B-B14F-4D97-AF65-F5344CB8AC3E}">
        <p14:creationId xmlns:p14="http://schemas.microsoft.com/office/powerpoint/2010/main" val="1162687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35CF4-A31B-D347-7BE7-23C135E74C1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FFD65CB-B10C-7DBD-F9F4-CF9F94BEA3A7}"/>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D38C103C-E46E-811C-99F4-3FF6ADFC0655}"/>
              </a:ext>
            </a:extLst>
          </p:cNvPr>
          <p:cNvSpPr txBox="1"/>
          <p:nvPr/>
        </p:nvSpPr>
        <p:spPr>
          <a:xfrm>
            <a:off x="0" y="378260"/>
            <a:ext cx="8981768" cy="4549835"/>
          </a:xfrm>
          <a:prstGeom prst="rect">
            <a:avLst/>
          </a:prstGeom>
          <a:noFill/>
        </p:spPr>
        <p:txBody>
          <a:bodyPr wrap="square">
            <a:spAutoFit/>
          </a:bodyPr>
          <a:lstStyle/>
          <a:p>
            <a:pPr>
              <a:lnSpc>
                <a:spcPct val="150000"/>
              </a:lnSpc>
            </a:pPr>
            <a:r>
              <a:rPr lang="en-US" sz="2800" b="1" dirty="0">
                <a:latin typeface="+mj-lt"/>
              </a:rPr>
              <a:t>Loopback 1</a:t>
            </a:r>
          </a:p>
          <a:p>
            <a:pPr>
              <a:lnSpc>
                <a:spcPct val="150000"/>
              </a:lnSpc>
            </a:pPr>
            <a:r>
              <a:rPr lang="en-US" sz="2800" dirty="0">
                <a:latin typeface="+mj-lt"/>
              </a:rPr>
              <a:t>Fourth subnet:</a:t>
            </a:r>
          </a:p>
          <a:p>
            <a:pPr rtl="0">
              <a:lnSpc>
                <a:spcPct val="150000"/>
              </a:lnSpc>
            </a:pPr>
            <a:r>
              <a:rPr lang="en-US" sz="2800" dirty="0">
                <a:latin typeface="+mj-lt"/>
              </a:rPr>
              <a:t>192.168.0.96/27</a:t>
            </a:r>
          </a:p>
          <a:p>
            <a:pPr>
              <a:lnSpc>
                <a:spcPct val="150000"/>
              </a:lnSpc>
            </a:pPr>
            <a:r>
              <a:rPr lang="en-US" sz="2800" dirty="0">
                <a:latin typeface="+mj-lt"/>
              </a:rPr>
              <a:t>First usable:</a:t>
            </a:r>
          </a:p>
          <a:p>
            <a:pPr rtl="0">
              <a:lnSpc>
                <a:spcPct val="150000"/>
              </a:lnSpc>
            </a:pPr>
            <a:r>
              <a:rPr lang="en-US" sz="2800" dirty="0">
                <a:latin typeface="+mj-lt"/>
              </a:rPr>
              <a:t>192.168.0.97</a:t>
            </a:r>
          </a:p>
          <a:p>
            <a:pPr>
              <a:lnSpc>
                <a:spcPct val="150000"/>
              </a:lnSpc>
            </a:pPr>
            <a:r>
              <a:rPr lang="en-US" sz="2800" dirty="0">
                <a:latin typeface="+mj-lt"/>
              </a:rPr>
              <a:t>Therefore:</a:t>
            </a:r>
          </a:p>
          <a:p>
            <a:pPr rtl="0">
              <a:lnSpc>
                <a:spcPct val="150000"/>
              </a:lnSpc>
            </a:pPr>
            <a:r>
              <a:rPr lang="en-US" sz="2800" dirty="0">
                <a:latin typeface="+mj-lt"/>
              </a:rPr>
              <a:t>Lo1 = 192.168.0.97/27</a:t>
            </a:r>
          </a:p>
        </p:txBody>
      </p:sp>
    </p:spTree>
    <p:extLst>
      <p:ext uri="{BB962C8B-B14F-4D97-AF65-F5344CB8AC3E}">
        <p14:creationId xmlns:p14="http://schemas.microsoft.com/office/powerpoint/2010/main" val="2438548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5D8DC-018C-7442-37A9-A58B74D3D19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AA372A0-F6EE-4428-3E9A-CD78FF791561}"/>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graphicFrame>
        <p:nvGraphicFramePr>
          <p:cNvPr id="2" name="Table 1">
            <a:extLst>
              <a:ext uri="{FF2B5EF4-FFF2-40B4-BE49-F238E27FC236}">
                <a16:creationId xmlns:a16="http://schemas.microsoft.com/office/drawing/2014/main" id="{CF375C9D-4C65-FCA4-B234-08F7BB322330}"/>
              </a:ext>
            </a:extLst>
          </p:cNvPr>
          <p:cNvGraphicFramePr>
            <a:graphicFrameLocks noGrp="1"/>
          </p:cNvGraphicFramePr>
          <p:nvPr>
            <p:extLst>
              <p:ext uri="{D42A27DB-BD31-4B8C-83A1-F6EECF244321}">
                <p14:modId xmlns:p14="http://schemas.microsoft.com/office/powerpoint/2010/main" val="1111041200"/>
              </p:ext>
            </p:extLst>
          </p:nvPr>
        </p:nvGraphicFramePr>
        <p:xfrm>
          <a:off x="50005" y="1211038"/>
          <a:ext cx="9043990" cy="3609056"/>
        </p:xfrm>
        <a:graphic>
          <a:graphicData uri="http://schemas.openxmlformats.org/drawingml/2006/table">
            <a:tbl>
              <a:tblPr>
                <a:tableStyleId>{5C22544A-7EE6-4342-B048-85BDC9FD1C3A}</a:tableStyleId>
              </a:tblPr>
              <a:tblGrid>
                <a:gridCol w="1260923">
                  <a:extLst>
                    <a:ext uri="{9D8B030D-6E8A-4147-A177-3AD203B41FA5}">
                      <a16:colId xmlns:a16="http://schemas.microsoft.com/office/drawing/2014/main" val="835206903"/>
                    </a:ext>
                  </a:extLst>
                </a:gridCol>
                <a:gridCol w="1600200">
                  <a:extLst>
                    <a:ext uri="{9D8B030D-6E8A-4147-A177-3AD203B41FA5}">
                      <a16:colId xmlns:a16="http://schemas.microsoft.com/office/drawing/2014/main" val="153153309"/>
                    </a:ext>
                  </a:extLst>
                </a:gridCol>
                <a:gridCol w="1905000">
                  <a:extLst>
                    <a:ext uri="{9D8B030D-6E8A-4147-A177-3AD203B41FA5}">
                      <a16:colId xmlns:a16="http://schemas.microsoft.com/office/drawing/2014/main" val="443055673"/>
                    </a:ext>
                  </a:extLst>
                </a:gridCol>
                <a:gridCol w="2469069">
                  <a:extLst>
                    <a:ext uri="{9D8B030D-6E8A-4147-A177-3AD203B41FA5}">
                      <a16:colId xmlns:a16="http://schemas.microsoft.com/office/drawing/2014/main" val="3109052291"/>
                    </a:ext>
                  </a:extLst>
                </a:gridCol>
                <a:gridCol w="1808798">
                  <a:extLst>
                    <a:ext uri="{9D8B030D-6E8A-4147-A177-3AD203B41FA5}">
                      <a16:colId xmlns:a16="http://schemas.microsoft.com/office/drawing/2014/main" val="369824392"/>
                    </a:ext>
                  </a:extLst>
                </a:gridCol>
              </a:tblGrid>
              <a:tr h="0">
                <a:tc>
                  <a:txBody>
                    <a:bodyPr/>
                    <a:lstStyle/>
                    <a:p>
                      <a:pPr>
                        <a:buNone/>
                      </a:pPr>
                      <a:r>
                        <a:rPr lang="en-US" sz="2600" dirty="0">
                          <a:latin typeface="+mj-lt"/>
                        </a:rPr>
                        <a:t>Device</a:t>
                      </a:r>
                    </a:p>
                  </a:txBody>
                  <a:tcPr marL="5362" marR="5362" marT="2681" marB="2681" anchor="ctr">
                    <a:solidFill>
                      <a:schemeClr val="accent4">
                        <a:lumMod val="40000"/>
                        <a:lumOff val="60000"/>
                      </a:schemeClr>
                    </a:solidFill>
                  </a:tcPr>
                </a:tc>
                <a:tc>
                  <a:txBody>
                    <a:bodyPr/>
                    <a:lstStyle/>
                    <a:p>
                      <a:pPr>
                        <a:buNone/>
                      </a:pPr>
                      <a:r>
                        <a:rPr lang="en-US" sz="2600" dirty="0">
                          <a:latin typeface="+mj-lt"/>
                        </a:rPr>
                        <a:t>Interface</a:t>
                      </a:r>
                    </a:p>
                  </a:txBody>
                  <a:tcPr marL="5362" marR="5362" marT="2681" marB="2681" anchor="ctr">
                    <a:solidFill>
                      <a:schemeClr val="accent4">
                        <a:lumMod val="40000"/>
                        <a:lumOff val="60000"/>
                      </a:schemeClr>
                    </a:solidFill>
                  </a:tcPr>
                </a:tc>
                <a:tc>
                  <a:txBody>
                    <a:bodyPr/>
                    <a:lstStyle/>
                    <a:p>
                      <a:pPr>
                        <a:buNone/>
                      </a:pPr>
                      <a:r>
                        <a:rPr lang="en-US" sz="2600" dirty="0">
                          <a:latin typeface="+mj-lt"/>
                        </a:rPr>
                        <a:t>IP Address</a:t>
                      </a:r>
                    </a:p>
                  </a:txBody>
                  <a:tcPr marL="5362" marR="5362" marT="2681" marB="2681" anchor="ctr">
                    <a:solidFill>
                      <a:schemeClr val="accent4">
                        <a:lumMod val="40000"/>
                        <a:lumOff val="60000"/>
                      </a:schemeClr>
                    </a:solidFill>
                  </a:tcPr>
                </a:tc>
                <a:tc>
                  <a:txBody>
                    <a:bodyPr/>
                    <a:lstStyle/>
                    <a:p>
                      <a:pPr>
                        <a:buNone/>
                      </a:pPr>
                      <a:r>
                        <a:rPr lang="en-US" sz="2600" dirty="0">
                          <a:latin typeface="+mj-lt"/>
                        </a:rPr>
                        <a:t>Subnet Mask</a:t>
                      </a:r>
                    </a:p>
                  </a:txBody>
                  <a:tcPr marL="5362" marR="5362" marT="2681" marB="2681" anchor="ctr">
                    <a:solidFill>
                      <a:schemeClr val="accent4">
                        <a:lumMod val="40000"/>
                        <a:lumOff val="60000"/>
                      </a:schemeClr>
                    </a:solidFill>
                  </a:tcPr>
                </a:tc>
                <a:tc>
                  <a:txBody>
                    <a:bodyPr/>
                    <a:lstStyle/>
                    <a:p>
                      <a:pPr>
                        <a:buNone/>
                      </a:pPr>
                      <a:r>
                        <a:rPr lang="en-US" sz="2600" dirty="0">
                          <a:latin typeface="+mj-lt"/>
                        </a:rPr>
                        <a:t>Default Gateway</a:t>
                      </a:r>
                    </a:p>
                  </a:txBody>
                  <a:tcPr marL="5362" marR="5362" marT="2681" marB="2681" anchor="ctr">
                    <a:solidFill>
                      <a:schemeClr val="accent4">
                        <a:lumMod val="40000"/>
                        <a:lumOff val="60000"/>
                      </a:schemeClr>
                    </a:solidFill>
                  </a:tcPr>
                </a:tc>
                <a:extLst>
                  <a:ext uri="{0D108BD9-81ED-4DB2-BD59-A6C34878D82A}">
                    <a16:rowId xmlns:a16="http://schemas.microsoft.com/office/drawing/2014/main" val="3749719959"/>
                  </a:ext>
                </a:extLst>
              </a:tr>
              <a:tr h="43098">
                <a:tc>
                  <a:txBody>
                    <a:bodyPr/>
                    <a:lstStyle/>
                    <a:p>
                      <a:pPr>
                        <a:buNone/>
                      </a:pPr>
                      <a:r>
                        <a:rPr lang="en-US" sz="2600">
                          <a:latin typeface="+mj-lt"/>
                        </a:rPr>
                        <a:t>R1</a:t>
                      </a:r>
                    </a:p>
                  </a:txBody>
                  <a:tcPr marL="5362" marR="5362" marT="2681" marB="2681" anchor="ctr">
                    <a:solidFill>
                      <a:schemeClr val="accent4">
                        <a:lumMod val="20000"/>
                        <a:lumOff val="80000"/>
                      </a:schemeClr>
                    </a:solidFill>
                  </a:tcPr>
                </a:tc>
                <a:tc>
                  <a:txBody>
                    <a:bodyPr/>
                    <a:lstStyle/>
                    <a:p>
                      <a:pPr>
                        <a:buNone/>
                      </a:pPr>
                      <a:r>
                        <a:rPr lang="en-US" sz="2600">
                          <a:latin typeface="+mj-lt"/>
                        </a:rPr>
                        <a:t>G0/0</a:t>
                      </a:r>
                    </a:p>
                  </a:txBody>
                  <a:tcPr marL="5362" marR="5362" marT="2681" marB="2681" anchor="ctr">
                    <a:solidFill>
                      <a:schemeClr val="accent4">
                        <a:lumMod val="20000"/>
                        <a:lumOff val="80000"/>
                      </a:schemeClr>
                    </a:solidFill>
                  </a:tcPr>
                </a:tc>
                <a:tc>
                  <a:txBody>
                    <a:bodyPr/>
                    <a:lstStyle/>
                    <a:p>
                      <a:pPr>
                        <a:buNone/>
                      </a:pPr>
                      <a:r>
                        <a:rPr lang="en-US" sz="2600">
                          <a:latin typeface="+mj-lt"/>
                        </a:rPr>
                        <a:t>192.168.0.1</a:t>
                      </a:r>
                    </a:p>
                  </a:txBody>
                  <a:tcPr marL="5362" marR="5362" marT="2681" marB="2681" anchor="ctr">
                    <a:solidFill>
                      <a:schemeClr val="accent4">
                        <a:lumMod val="20000"/>
                        <a:lumOff val="80000"/>
                      </a:schemeClr>
                    </a:solidFill>
                  </a:tcPr>
                </a:tc>
                <a:tc>
                  <a:txBody>
                    <a:bodyPr/>
                    <a:lstStyle/>
                    <a:p>
                      <a:pPr>
                        <a:buNone/>
                      </a:pPr>
                      <a:r>
                        <a:rPr lang="en-US" sz="2600">
                          <a:latin typeface="+mj-lt"/>
                        </a:rPr>
                        <a:t>255.255.255.224</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177963427"/>
                  </a:ext>
                </a:extLst>
              </a:tr>
              <a:tr h="0">
                <a:tc>
                  <a:txBody>
                    <a:bodyPr/>
                    <a:lstStyle/>
                    <a:p>
                      <a:pPr>
                        <a:buNone/>
                      </a:pPr>
                      <a:r>
                        <a:rPr lang="en-US" sz="2600">
                          <a:latin typeface="+mj-lt"/>
                        </a:rPr>
                        <a:t>R1</a:t>
                      </a:r>
                    </a:p>
                  </a:txBody>
                  <a:tcPr marL="5362" marR="5362" marT="2681" marB="2681" anchor="ctr">
                    <a:solidFill>
                      <a:schemeClr val="accent4">
                        <a:lumMod val="20000"/>
                        <a:lumOff val="80000"/>
                      </a:schemeClr>
                    </a:solidFill>
                  </a:tcPr>
                </a:tc>
                <a:tc>
                  <a:txBody>
                    <a:bodyPr/>
                    <a:lstStyle/>
                    <a:p>
                      <a:pPr>
                        <a:buNone/>
                      </a:pPr>
                      <a:r>
                        <a:rPr lang="en-US" sz="2600">
                          <a:latin typeface="+mj-lt"/>
                        </a:rPr>
                        <a:t>G0/1</a:t>
                      </a:r>
                    </a:p>
                  </a:txBody>
                  <a:tcPr marL="5362" marR="5362" marT="2681" marB="2681" anchor="ctr">
                    <a:solidFill>
                      <a:schemeClr val="accent4">
                        <a:lumMod val="20000"/>
                        <a:lumOff val="80000"/>
                      </a:schemeClr>
                    </a:solidFill>
                  </a:tcPr>
                </a:tc>
                <a:tc>
                  <a:txBody>
                    <a:bodyPr/>
                    <a:lstStyle/>
                    <a:p>
                      <a:pPr>
                        <a:buNone/>
                      </a:pPr>
                      <a:r>
                        <a:rPr lang="en-US" sz="2600">
                          <a:latin typeface="+mj-lt"/>
                        </a:rPr>
                        <a:t>192.168.0.33</a:t>
                      </a:r>
                    </a:p>
                  </a:txBody>
                  <a:tcPr marL="5362" marR="5362" marT="2681" marB="2681" anchor="ctr">
                    <a:solidFill>
                      <a:schemeClr val="accent4">
                        <a:lumMod val="20000"/>
                        <a:lumOff val="80000"/>
                      </a:schemeClr>
                    </a:solidFill>
                  </a:tcPr>
                </a:tc>
                <a:tc>
                  <a:txBody>
                    <a:bodyPr/>
                    <a:lstStyle/>
                    <a:p>
                      <a:pPr>
                        <a:buNone/>
                      </a:pPr>
                      <a:r>
                        <a:rPr lang="en-US" sz="2600">
                          <a:latin typeface="+mj-lt"/>
                        </a:rPr>
                        <a:t>255.255.255.224</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682069312"/>
                  </a:ext>
                </a:extLst>
              </a:tr>
              <a:tr h="47614">
                <a:tc>
                  <a:txBody>
                    <a:bodyPr/>
                    <a:lstStyle/>
                    <a:p>
                      <a:pPr>
                        <a:buNone/>
                      </a:pPr>
                      <a:r>
                        <a:rPr lang="en-US" sz="2600">
                          <a:latin typeface="+mj-lt"/>
                        </a:rPr>
                        <a:t>R1</a:t>
                      </a:r>
                    </a:p>
                  </a:txBody>
                  <a:tcPr marL="5362" marR="5362" marT="2681" marB="2681" anchor="ctr">
                    <a:solidFill>
                      <a:schemeClr val="accent4">
                        <a:lumMod val="20000"/>
                        <a:lumOff val="80000"/>
                      </a:schemeClr>
                    </a:solidFill>
                  </a:tcPr>
                </a:tc>
                <a:tc>
                  <a:txBody>
                    <a:bodyPr/>
                    <a:lstStyle/>
                    <a:p>
                      <a:pPr>
                        <a:buNone/>
                      </a:pPr>
                      <a:r>
                        <a:rPr lang="en-US" sz="2600">
                          <a:latin typeface="+mj-lt"/>
                        </a:rPr>
                        <a:t>Lo0</a:t>
                      </a:r>
                    </a:p>
                  </a:txBody>
                  <a:tcPr marL="5362" marR="5362" marT="2681" marB="2681" anchor="ctr">
                    <a:solidFill>
                      <a:schemeClr val="accent4">
                        <a:lumMod val="20000"/>
                        <a:lumOff val="80000"/>
                      </a:schemeClr>
                    </a:solidFill>
                  </a:tcPr>
                </a:tc>
                <a:tc>
                  <a:txBody>
                    <a:bodyPr/>
                    <a:lstStyle/>
                    <a:p>
                      <a:pPr>
                        <a:buNone/>
                      </a:pPr>
                      <a:r>
                        <a:rPr lang="en-US" sz="2600">
                          <a:latin typeface="+mj-lt"/>
                        </a:rPr>
                        <a:t>192.168.0.65</a:t>
                      </a:r>
                    </a:p>
                  </a:txBody>
                  <a:tcPr marL="5362" marR="5362" marT="2681" marB="2681" anchor="ctr">
                    <a:solidFill>
                      <a:schemeClr val="accent4">
                        <a:lumMod val="20000"/>
                        <a:lumOff val="80000"/>
                      </a:schemeClr>
                    </a:solidFill>
                  </a:tcPr>
                </a:tc>
                <a:tc>
                  <a:txBody>
                    <a:bodyPr/>
                    <a:lstStyle/>
                    <a:p>
                      <a:pPr>
                        <a:buNone/>
                      </a:pPr>
                      <a:r>
                        <a:rPr lang="en-US" sz="2600">
                          <a:latin typeface="+mj-lt"/>
                        </a:rPr>
                        <a:t>255.255.255.224</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1251311836"/>
                  </a:ext>
                </a:extLst>
              </a:tr>
              <a:tr h="0">
                <a:tc>
                  <a:txBody>
                    <a:bodyPr/>
                    <a:lstStyle/>
                    <a:p>
                      <a:pPr>
                        <a:buNone/>
                      </a:pPr>
                      <a:r>
                        <a:rPr lang="en-US" sz="2600">
                          <a:latin typeface="+mj-lt"/>
                        </a:rPr>
                        <a:t>R1</a:t>
                      </a:r>
                    </a:p>
                  </a:txBody>
                  <a:tcPr marL="5362" marR="5362" marT="2681" marB="2681" anchor="ctr">
                    <a:solidFill>
                      <a:schemeClr val="accent4">
                        <a:lumMod val="20000"/>
                        <a:lumOff val="80000"/>
                      </a:schemeClr>
                    </a:solidFill>
                  </a:tcPr>
                </a:tc>
                <a:tc>
                  <a:txBody>
                    <a:bodyPr/>
                    <a:lstStyle/>
                    <a:p>
                      <a:pPr>
                        <a:buNone/>
                      </a:pPr>
                      <a:r>
                        <a:rPr lang="en-US" sz="2600">
                          <a:latin typeface="+mj-lt"/>
                        </a:rPr>
                        <a:t>Lo1</a:t>
                      </a:r>
                    </a:p>
                  </a:txBody>
                  <a:tcPr marL="5362" marR="5362" marT="2681" marB="2681" anchor="ctr">
                    <a:solidFill>
                      <a:schemeClr val="accent4">
                        <a:lumMod val="20000"/>
                        <a:lumOff val="80000"/>
                      </a:schemeClr>
                    </a:solidFill>
                  </a:tcPr>
                </a:tc>
                <a:tc>
                  <a:txBody>
                    <a:bodyPr/>
                    <a:lstStyle/>
                    <a:p>
                      <a:pPr>
                        <a:buNone/>
                      </a:pPr>
                      <a:r>
                        <a:rPr lang="en-US" sz="2600">
                          <a:latin typeface="+mj-lt"/>
                        </a:rPr>
                        <a:t>192.168.0.97</a:t>
                      </a:r>
                    </a:p>
                  </a:txBody>
                  <a:tcPr marL="5362" marR="5362" marT="2681" marB="2681" anchor="ctr">
                    <a:solidFill>
                      <a:schemeClr val="accent4">
                        <a:lumMod val="20000"/>
                        <a:lumOff val="80000"/>
                      </a:schemeClr>
                    </a:solidFill>
                  </a:tcPr>
                </a:tc>
                <a:tc>
                  <a:txBody>
                    <a:bodyPr/>
                    <a:lstStyle/>
                    <a:p>
                      <a:pPr>
                        <a:buNone/>
                      </a:pPr>
                      <a:r>
                        <a:rPr lang="en-US" sz="2600">
                          <a:latin typeface="+mj-lt"/>
                        </a:rPr>
                        <a:t>255.255.255.224</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2099888580"/>
                  </a:ext>
                </a:extLst>
              </a:tr>
              <a:tr h="52130">
                <a:tc>
                  <a:txBody>
                    <a:bodyPr/>
                    <a:lstStyle/>
                    <a:p>
                      <a:pPr>
                        <a:buNone/>
                      </a:pPr>
                      <a:r>
                        <a:rPr lang="en-US" sz="2600">
                          <a:latin typeface="+mj-lt"/>
                        </a:rPr>
                        <a:t>S1</a:t>
                      </a:r>
                    </a:p>
                  </a:txBody>
                  <a:tcPr marL="5362" marR="5362" marT="2681" marB="2681" anchor="ctr">
                    <a:solidFill>
                      <a:schemeClr val="accent4">
                        <a:lumMod val="20000"/>
                        <a:lumOff val="80000"/>
                      </a:schemeClr>
                    </a:solidFill>
                  </a:tcPr>
                </a:tc>
                <a:tc>
                  <a:txBody>
                    <a:bodyPr/>
                    <a:lstStyle/>
                    <a:p>
                      <a:pPr>
                        <a:buNone/>
                      </a:pPr>
                      <a:r>
                        <a:rPr lang="en-US" sz="2600">
                          <a:latin typeface="+mj-lt"/>
                        </a:rPr>
                        <a:t>VLAN 1</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tc>
                  <a:txBody>
                    <a:bodyPr/>
                    <a:lstStyle/>
                    <a:p>
                      <a:pPr>
                        <a:buNone/>
                      </a:pPr>
                      <a:r>
                        <a:rPr lang="en-US" sz="2600">
                          <a:latin typeface="+mj-lt"/>
                        </a:rPr>
                        <a:t>N/A</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3871033910"/>
                  </a:ext>
                </a:extLst>
              </a:tr>
              <a:tr h="31528">
                <a:tc>
                  <a:txBody>
                    <a:bodyPr/>
                    <a:lstStyle/>
                    <a:p>
                      <a:pPr>
                        <a:buNone/>
                      </a:pPr>
                      <a:r>
                        <a:rPr lang="en-US" sz="2600">
                          <a:latin typeface="+mj-lt"/>
                        </a:rPr>
                        <a:t>PC-A</a:t>
                      </a:r>
                    </a:p>
                  </a:txBody>
                  <a:tcPr marL="5362" marR="5362" marT="2681" marB="2681" anchor="ctr">
                    <a:solidFill>
                      <a:schemeClr val="accent4">
                        <a:lumMod val="20000"/>
                        <a:lumOff val="80000"/>
                      </a:schemeClr>
                    </a:solidFill>
                  </a:tcPr>
                </a:tc>
                <a:tc>
                  <a:txBody>
                    <a:bodyPr/>
                    <a:lstStyle/>
                    <a:p>
                      <a:pPr>
                        <a:buNone/>
                      </a:pPr>
                      <a:r>
                        <a:rPr lang="en-US" sz="2600">
                          <a:latin typeface="+mj-lt"/>
                        </a:rPr>
                        <a:t>NIC</a:t>
                      </a:r>
                    </a:p>
                  </a:txBody>
                  <a:tcPr marL="5362" marR="5362" marT="2681" marB="2681" anchor="ctr">
                    <a:solidFill>
                      <a:schemeClr val="accent4">
                        <a:lumMod val="20000"/>
                        <a:lumOff val="80000"/>
                      </a:schemeClr>
                    </a:solidFill>
                  </a:tcPr>
                </a:tc>
                <a:tc>
                  <a:txBody>
                    <a:bodyPr/>
                    <a:lstStyle/>
                    <a:p>
                      <a:pPr>
                        <a:buNone/>
                      </a:pPr>
                      <a:r>
                        <a:rPr lang="en-US" sz="2600">
                          <a:latin typeface="+mj-lt"/>
                        </a:rPr>
                        <a:t>192.168.0.34</a:t>
                      </a:r>
                    </a:p>
                  </a:txBody>
                  <a:tcPr marL="5362" marR="5362" marT="2681" marB="2681" anchor="ctr">
                    <a:solidFill>
                      <a:schemeClr val="accent4">
                        <a:lumMod val="20000"/>
                        <a:lumOff val="80000"/>
                      </a:schemeClr>
                    </a:solidFill>
                  </a:tcPr>
                </a:tc>
                <a:tc>
                  <a:txBody>
                    <a:bodyPr/>
                    <a:lstStyle/>
                    <a:p>
                      <a:pPr>
                        <a:buNone/>
                      </a:pPr>
                      <a:r>
                        <a:rPr lang="en-US" sz="2600">
                          <a:latin typeface="+mj-lt"/>
                        </a:rPr>
                        <a:t>255.255.255.224</a:t>
                      </a:r>
                    </a:p>
                  </a:txBody>
                  <a:tcPr marL="5362" marR="5362" marT="2681" marB="2681" anchor="ctr">
                    <a:solidFill>
                      <a:schemeClr val="accent4">
                        <a:lumMod val="20000"/>
                        <a:lumOff val="80000"/>
                      </a:schemeClr>
                    </a:solidFill>
                  </a:tcPr>
                </a:tc>
                <a:tc>
                  <a:txBody>
                    <a:bodyPr/>
                    <a:lstStyle/>
                    <a:p>
                      <a:pPr>
                        <a:buNone/>
                      </a:pPr>
                      <a:r>
                        <a:rPr lang="en-US" sz="2600">
                          <a:latin typeface="+mj-lt"/>
                        </a:rPr>
                        <a:t>192.168.0.33</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561423493"/>
                  </a:ext>
                </a:extLst>
              </a:tr>
              <a:tr h="0">
                <a:tc>
                  <a:txBody>
                    <a:bodyPr/>
                    <a:lstStyle/>
                    <a:p>
                      <a:pPr>
                        <a:buNone/>
                      </a:pPr>
                      <a:r>
                        <a:rPr lang="en-US" sz="2600">
                          <a:latin typeface="+mj-lt"/>
                        </a:rPr>
                        <a:t>PC-B</a:t>
                      </a:r>
                    </a:p>
                  </a:txBody>
                  <a:tcPr marL="5362" marR="5362" marT="2681" marB="2681" anchor="ctr">
                    <a:solidFill>
                      <a:schemeClr val="accent4">
                        <a:lumMod val="20000"/>
                        <a:lumOff val="80000"/>
                      </a:schemeClr>
                    </a:solidFill>
                  </a:tcPr>
                </a:tc>
                <a:tc>
                  <a:txBody>
                    <a:bodyPr/>
                    <a:lstStyle/>
                    <a:p>
                      <a:pPr>
                        <a:buNone/>
                      </a:pPr>
                      <a:r>
                        <a:rPr lang="en-US" sz="2600">
                          <a:latin typeface="+mj-lt"/>
                        </a:rPr>
                        <a:t>NIC</a:t>
                      </a:r>
                    </a:p>
                  </a:txBody>
                  <a:tcPr marL="5362" marR="5362" marT="2681" marB="2681" anchor="ctr">
                    <a:solidFill>
                      <a:schemeClr val="accent4">
                        <a:lumMod val="20000"/>
                        <a:lumOff val="80000"/>
                      </a:schemeClr>
                    </a:solidFill>
                  </a:tcPr>
                </a:tc>
                <a:tc>
                  <a:txBody>
                    <a:bodyPr/>
                    <a:lstStyle/>
                    <a:p>
                      <a:pPr>
                        <a:buNone/>
                      </a:pPr>
                      <a:r>
                        <a:rPr lang="en-US" sz="2600">
                          <a:latin typeface="+mj-lt"/>
                        </a:rPr>
                        <a:t>192.168.0.2</a:t>
                      </a:r>
                    </a:p>
                  </a:txBody>
                  <a:tcPr marL="5362" marR="5362" marT="2681" marB="2681" anchor="ctr">
                    <a:solidFill>
                      <a:schemeClr val="accent4">
                        <a:lumMod val="20000"/>
                        <a:lumOff val="80000"/>
                      </a:schemeClr>
                    </a:solidFill>
                  </a:tcPr>
                </a:tc>
                <a:tc>
                  <a:txBody>
                    <a:bodyPr/>
                    <a:lstStyle/>
                    <a:p>
                      <a:pPr>
                        <a:buNone/>
                      </a:pPr>
                      <a:r>
                        <a:rPr lang="en-US" sz="2600">
                          <a:latin typeface="+mj-lt"/>
                        </a:rPr>
                        <a:t>255.255.255.224</a:t>
                      </a:r>
                    </a:p>
                  </a:txBody>
                  <a:tcPr marL="5362" marR="5362" marT="2681" marB="2681" anchor="ctr">
                    <a:solidFill>
                      <a:schemeClr val="accent4">
                        <a:lumMod val="20000"/>
                        <a:lumOff val="80000"/>
                      </a:schemeClr>
                    </a:solidFill>
                  </a:tcPr>
                </a:tc>
                <a:tc>
                  <a:txBody>
                    <a:bodyPr/>
                    <a:lstStyle/>
                    <a:p>
                      <a:pPr>
                        <a:buNone/>
                      </a:pPr>
                      <a:r>
                        <a:rPr lang="en-US" sz="2600" dirty="0">
                          <a:latin typeface="+mj-lt"/>
                        </a:rPr>
                        <a:t>192.168.0.1</a:t>
                      </a:r>
                    </a:p>
                  </a:txBody>
                  <a:tcPr marL="5362" marR="5362" marT="2681" marB="2681" anchor="ctr">
                    <a:solidFill>
                      <a:schemeClr val="accent4">
                        <a:lumMod val="20000"/>
                        <a:lumOff val="80000"/>
                      </a:schemeClr>
                    </a:solidFill>
                  </a:tcPr>
                </a:tc>
                <a:extLst>
                  <a:ext uri="{0D108BD9-81ED-4DB2-BD59-A6C34878D82A}">
                    <a16:rowId xmlns:a16="http://schemas.microsoft.com/office/drawing/2014/main" val="907218504"/>
                  </a:ext>
                </a:extLst>
              </a:tr>
            </a:tbl>
          </a:graphicData>
        </a:graphic>
      </p:graphicFrame>
      <p:sp>
        <p:nvSpPr>
          <p:cNvPr id="6" name="TextBox 5">
            <a:extLst>
              <a:ext uri="{FF2B5EF4-FFF2-40B4-BE49-F238E27FC236}">
                <a16:creationId xmlns:a16="http://schemas.microsoft.com/office/drawing/2014/main" id="{266C39E5-232F-137F-0660-F5632BD8CF28}"/>
              </a:ext>
            </a:extLst>
          </p:cNvPr>
          <p:cNvSpPr txBox="1"/>
          <p:nvPr/>
        </p:nvSpPr>
        <p:spPr>
          <a:xfrm>
            <a:off x="22302" y="533039"/>
            <a:ext cx="4653116" cy="523220"/>
          </a:xfrm>
          <a:prstGeom prst="rect">
            <a:avLst/>
          </a:prstGeom>
          <a:noFill/>
        </p:spPr>
        <p:txBody>
          <a:bodyPr wrap="square">
            <a:spAutoFit/>
          </a:bodyPr>
          <a:lstStyle/>
          <a:p>
            <a:pPr>
              <a:buNone/>
            </a:pPr>
            <a:r>
              <a:rPr lang="en-US" sz="2800" b="1" dirty="0">
                <a:latin typeface="+mj-lt"/>
              </a:rPr>
              <a:t>Our Addressing Table</a:t>
            </a:r>
          </a:p>
        </p:txBody>
      </p:sp>
    </p:spTree>
    <p:extLst>
      <p:ext uri="{BB962C8B-B14F-4D97-AF65-F5344CB8AC3E}">
        <p14:creationId xmlns:p14="http://schemas.microsoft.com/office/powerpoint/2010/main" val="349107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E74A6-1157-BA9D-F38B-0BE3F7F8B0B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DD18B58-38C9-46CE-5AF2-A946304B8AC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B7792B9D-E131-83AE-A1E5-AC84809FACC0}"/>
              </a:ext>
            </a:extLst>
          </p:cNvPr>
          <p:cNvSpPr txBox="1"/>
          <p:nvPr/>
        </p:nvSpPr>
        <p:spPr>
          <a:xfrm>
            <a:off x="0" y="762000"/>
            <a:ext cx="8965580" cy="5842497"/>
          </a:xfrm>
          <a:prstGeom prst="rect">
            <a:avLst/>
          </a:prstGeom>
          <a:noFill/>
        </p:spPr>
        <p:txBody>
          <a:bodyPr wrap="square">
            <a:spAutoFit/>
          </a:bodyPr>
          <a:lstStyle/>
          <a:p>
            <a:pPr>
              <a:lnSpc>
                <a:spcPct val="150000"/>
              </a:lnSpc>
              <a:buNone/>
            </a:pPr>
            <a:r>
              <a:rPr lang="en-US" sz="2800" dirty="0">
                <a:latin typeface="+mj-lt"/>
              </a:rPr>
              <a:t>Why isn't the default gateway 192.168.0.1 for both PCs?</a:t>
            </a:r>
          </a:p>
          <a:p>
            <a:pPr>
              <a:lnSpc>
                <a:spcPct val="150000"/>
              </a:lnSpc>
              <a:buNone/>
            </a:pPr>
            <a:r>
              <a:rPr lang="en-US" sz="2800" dirty="0">
                <a:latin typeface="+mj-lt"/>
              </a:rPr>
              <a:t>Because a host's gateway must be an address on the same local subnet as that host.</a:t>
            </a:r>
          </a:p>
          <a:p>
            <a:pPr>
              <a:lnSpc>
                <a:spcPct val="150000"/>
              </a:lnSpc>
              <a:buNone/>
            </a:pPr>
            <a:r>
              <a:rPr lang="en-US" sz="2800" dirty="0">
                <a:latin typeface="+mj-lt"/>
              </a:rPr>
              <a:t>PC-B belongs to:</a:t>
            </a:r>
          </a:p>
          <a:p>
            <a:pPr rtl="0">
              <a:lnSpc>
                <a:spcPct val="150000"/>
              </a:lnSpc>
              <a:buNone/>
            </a:pPr>
            <a:r>
              <a:rPr lang="en-US" sz="2800" dirty="0">
                <a:latin typeface="+mj-lt"/>
              </a:rPr>
              <a:t>192.168.0.0/27</a:t>
            </a:r>
          </a:p>
          <a:p>
            <a:pPr>
              <a:lnSpc>
                <a:spcPct val="150000"/>
              </a:lnSpc>
              <a:buNone/>
            </a:pPr>
            <a:r>
              <a:rPr lang="en-US" sz="2800" dirty="0">
                <a:latin typeface="+mj-lt"/>
              </a:rPr>
              <a:t>so:</a:t>
            </a:r>
          </a:p>
          <a:p>
            <a:pPr rtl="0">
              <a:lnSpc>
                <a:spcPct val="150000"/>
              </a:lnSpc>
              <a:buNone/>
            </a:pPr>
            <a:r>
              <a:rPr lang="en-US" sz="2800" dirty="0">
                <a:latin typeface="+mj-lt"/>
              </a:rPr>
              <a:t>Gateway = 192.168.0.1</a:t>
            </a:r>
          </a:p>
          <a:p>
            <a:pPr>
              <a:lnSpc>
                <a:spcPct val="150000"/>
              </a:lnSpc>
              <a:buNone/>
            </a:pPr>
            <a:r>
              <a:rPr lang="en-US" sz="2800" dirty="0">
                <a:latin typeface="+mj-lt"/>
              </a:rPr>
              <a:t>PC-A belongs to: 192.168.0.32/27</a:t>
            </a:r>
          </a:p>
          <a:p>
            <a:pPr>
              <a:lnSpc>
                <a:spcPct val="150000"/>
              </a:lnSpc>
              <a:buNone/>
            </a:pPr>
            <a:r>
              <a:rPr lang="en-US" sz="2800" dirty="0">
                <a:latin typeface="+mj-lt"/>
              </a:rPr>
              <a:t>so: Gateway = 192.168.0.33</a:t>
            </a:r>
          </a:p>
        </p:txBody>
      </p:sp>
    </p:spTree>
    <p:extLst>
      <p:ext uri="{BB962C8B-B14F-4D97-AF65-F5344CB8AC3E}">
        <p14:creationId xmlns:p14="http://schemas.microsoft.com/office/powerpoint/2010/main" val="101501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1000"/>
                                        <p:tgtEl>
                                          <p:spTgt spid="5">
                                            <p:txEl>
                                              <p:pRg st="7" end="7"/>
                                            </p:txEl>
                                          </p:spTgt>
                                        </p:tgtEl>
                                      </p:cBhvr>
                                    </p:animEffect>
                                    <p:anim calcmode="lin" valueType="num">
                                      <p:cBhvr>
                                        <p:cTn id="3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FDBCD-08EB-0373-6668-197893235AB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14D80E0-0EDD-8860-CAB7-9CB50B3CE7F3}"/>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81969AF2-9DCD-80A0-CF90-C149C99063E3}"/>
              </a:ext>
            </a:extLst>
          </p:cNvPr>
          <p:cNvSpPr txBox="1"/>
          <p:nvPr/>
        </p:nvSpPr>
        <p:spPr>
          <a:xfrm>
            <a:off x="0" y="457200"/>
            <a:ext cx="8981768" cy="5842497"/>
          </a:xfrm>
          <a:prstGeom prst="rect">
            <a:avLst/>
          </a:prstGeom>
          <a:noFill/>
        </p:spPr>
        <p:txBody>
          <a:bodyPr wrap="square">
            <a:spAutoFit/>
          </a:bodyPr>
          <a:lstStyle/>
          <a:p>
            <a:pPr>
              <a:lnSpc>
                <a:spcPct val="150000"/>
              </a:lnSpc>
              <a:buNone/>
            </a:pPr>
            <a:r>
              <a:rPr lang="en-US" sz="2800" b="1" dirty="0">
                <a:latin typeface="+mj-lt"/>
              </a:rPr>
              <a:t>Task 4 — Configure Router R1 Together</a:t>
            </a:r>
          </a:p>
          <a:p>
            <a:pPr>
              <a:lnSpc>
                <a:spcPct val="150000"/>
              </a:lnSpc>
              <a:buNone/>
            </a:pPr>
            <a:r>
              <a:rPr lang="en-US" sz="2800" dirty="0">
                <a:latin typeface="+mj-lt"/>
              </a:rPr>
              <a:t>Now we convert our addressing plan into an actual router configuration.</a:t>
            </a:r>
          </a:p>
          <a:p>
            <a:pPr>
              <a:lnSpc>
                <a:spcPct val="150000"/>
              </a:lnSpc>
            </a:pPr>
            <a:endParaRPr lang="en-US" sz="2800" dirty="0">
              <a:latin typeface="+mj-lt"/>
            </a:endParaRPr>
          </a:p>
          <a:p>
            <a:pPr>
              <a:lnSpc>
                <a:spcPct val="150000"/>
              </a:lnSpc>
            </a:pPr>
            <a:endParaRPr lang="en-US" sz="2800" dirty="0">
              <a:latin typeface="+mj-lt"/>
            </a:endParaRPr>
          </a:p>
          <a:p>
            <a:pPr>
              <a:lnSpc>
                <a:spcPct val="150000"/>
              </a:lnSpc>
            </a:pPr>
            <a:r>
              <a:rPr lang="en-US" sz="2800" dirty="0">
                <a:latin typeface="+mj-lt"/>
              </a:rPr>
              <a:t>The green triangles on the PC-A ↔ S1 connection show that link is up. The red triangles around R1 are expected right now because the router's physical interfaces have not yet been enabled with no shutdown.</a:t>
            </a:r>
          </a:p>
        </p:txBody>
      </p:sp>
      <p:pic>
        <p:nvPicPr>
          <p:cNvPr id="7" name="Picture 6">
            <a:extLst>
              <a:ext uri="{FF2B5EF4-FFF2-40B4-BE49-F238E27FC236}">
                <a16:creationId xmlns:a16="http://schemas.microsoft.com/office/drawing/2014/main" id="{62C618A9-13BC-88A2-B7B3-AD198E37239B}"/>
              </a:ext>
            </a:extLst>
          </p:cNvPr>
          <p:cNvPicPr>
            <a:picLocks noChangeAspect="1"/>
          </p:cNvPicPr>
          <p:nvPr/>
        </p:nvPicPr>
        <p:blipFill>
          <a:blip r:embed="rId2"/>
          <a:srcRect l="13333" t="30741" r="50000" b="52963"/>
          <a:stretch>
            <a:fillRect/>
          </a:stretch>
        </p:blipFill>
        <p:spPr>
          <a:xfrm>
            <a:off x="3317488" y="2133600"/>
            <a:ext cx="5791200" cy="1447800"/>
          </a:xfrm>
          <a:prstGeom prst="rect">
            <a:avLst/>
          </a:prstGeom>
          <a:ln>
            <a:solidFill>
              <a:srgbClr val="7030A0"/>
            </a:solidFill>
          </a:ln>
        </p:spPr>
      </p:pic>
    </p:spTree>
    <p:extLst>
      <p:ext uri="{BB962C8B-B14F-4D97-AF65-F5344CB8AC3E}">
        <p14:creationId xmlns:p14="http://schemas.microsoft.com/office/powerpoint/2010/main" val="2723270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7F37C-833D-8BB1-BA33-B8F2D298AA2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A241A62-CCCB-E127-9DB7-9835B493177B}"/>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758BA131-E2DA-B489-3B83-A01747F90810}"/>
              </a:ext>
            </a:extLst>
          </p:cNvPr>
          <p:cNvSpPr txBox="1"/>
          <p:nvPr/>
        </p:nvSpPr>
        <p:spPr>
          <a:xfrm>
            <a:off x="0" y="457200"/>
            <a:ext cx="8981768" cy="5196166"/>
          </a:xfrm>
          <a:prstGeom prst="rect">
            <a:avLst/>
          </a:prstGeom>
          <a:noFill/>
        </p:spPr>
        <p:txBody>
          <a:bodyPr wrap="square">
            <a:spAutoFit/>
          </a:bodyPr>
          <a:lstStyle/>
          <a:p>
            <a:pPr>
              <a:lnSpc>
                <a:spcPct val="150000"/>
              </a:lnSpc>
              <a:buNone/>
            </a:pPr>
            <a:r>
              <a:rPr lang="en-US" sz="2800" dirty="0">
                <a:latin typeface="+mj-lt"/>
              </a:rPr>
              <a:t>Click: R1</a:t>
            </a:r>
          </a:p>
          <a:p>
            <a:pPr>
              <a:lnSpc>
                <a:spcPct val="150000"/>
              </a:lnSpc>
              <a:buNone/>
            </a:pPr>
            <a:r>
              <a:rPr lang="en-US" sz="2800" dirty="0">
                <a:latin typeface="+mj-lt"/>
              </a:rPr>
              <a:t>Select: CLI</a:t>
            </a:r>
          </a:p>
          <a:p>
            <a:pPr>
              <a:lnSpc>
                <a:spcPct val="150000"/>
              </a:lnSpc>
              <a:buNone/>
            </a:pPr>
            <a:r>
              <a:rPr lang="en-US" sz="2800" dirty="0">
                <a:latin typeface="+mj-lt"/>
              </a:rPr>
              <a:t>If Packet Tracer asks:</a:t>
            </a:r>
          </a:p>
          <a:p>
            <a:pPr rtl="0">
              <a:lnSpc>
                <a:spcPct val="150000"/>
              </a:lnSpc>
              <a:buNone/>
            </a:pPr>
            <a:r>
              <a:rPr lang="en-US" sz="2800" dirty="0">
                <a:latin typeface="+mj-lt"/>
              </a:rPr>
              <a:t>Would you like to enter the </a:t>
            </a:r>
            <a:br>
              <a:rPr lang="en-US" sz="2800" dirty="0">
                <a:latin typeface="+mj-lt"/>
              </a:rPr>
            </a:br>
            <a:r>
              <a:rPr lang="en-US" sz="2800" dirty="0">
                <a:latin typeface="+mj-lt"/>
              </a:rPr>
              <a:t>initial configuration dialog?</a:t>
            </a:r>
          </a:p>
          <a:p>
            <a:pPr rtl="0">
              <a:lnSpc>
                <a:spcPct val="150000"/>
              </a:lnSpc>
              <a:buNone/>
            </a:pPr>
            <a:r>
              <a:rPr lang="en-US" sz="2800" dirty="0">
                <a:latin typeface="+mj-lt"/>
              </a:rPr>
              <a:t>[yes/no]:</a:t>
            </a:r>
          </a:p>
          <a:p>
            <a:pPr>
              <a:lnSpc>
                <a:spcPct val="150000"/>
              </a:lnSpc>
              <a:buNone/>
            </a:pPr>
            <a:r>
              <a:rPr lang="en-US" sz="2800" dirty="0">
                <a:latin typeface="+mj-lt"/>
              </a:rPr>
              <a:t>enter: no</a:t>
            </a:r>
          </a:p>
          <a:p>
            <a:pPr>
              <a:lnSpc>
                <a:spcPct val="150000"/>
              </a:lnSpc>
              <a:buNone/>
            </a:pPr>
            <a:r>
              <a:rPr lang="en-US" sz="2800" dirty="0">
                <a:latin typeface="+mj-lt"/>
              </a:rPr>
              <a:t>Press Enter if necessary.</a:t>
            </a:r>
          </a:p>
        </p:txBody>
      </p:sp>
      <p:pic>
        <p:nvPicPr>
          <p:cNvPr id="5" name="Picture 4">
            <a:extLst>
              <a:ext uri="{FF2B5EF4-FFF2-40B4-BE49-F238E27FC236}">
                <a16:creationId xmlns:a16="http://schemas.microsoft.com/office/drawing/2014/main" id="{2CC4BF99-8E36-050D-789D-0807CA415AC0}"/>
              </a:ext>
            </a:extLst>
          </p:cNvPr>
          <p:cNvPicPr>
            <a:picLocks noChangeAspect="1"/>
          </p:cNvPicPr>
          <p:nvPr/>
        </p:nvPicPr>
        <p:blipFill>
          <a:blip r:embed="rId2"/>
          <a:srcRect l="26707" t="3279" r="26951" b="12386"/>
          <a:stretch>
            <a:fillRect/>
          </a:stretch>
        </p:blipFill>
        <p:spPr>
          <a:xfrm>
            <a:off x="4191001" y="1759153"/>
            <a:ext cx="4980878" cy="5098847"/>
          </a:xfrm>
          <a:prstGeom prst="rect">
            <a:avLst/>
          </a:prstGeom>
          <a:ln>
            <a:solidFill>
              <a:srgbClr val="7030A0"/>
            </a:solidFill>
          </a:ln>
        </p:spPr>
      </p:pic>
    </p:spTree>
    <p:extLst>
      <p:ext uri="{BB962C8B-B14F-4D97-AF65-F5344CB8AC3E}">
        <p14:creationId xmlns:p14="http://schemas.microsoft.com/office/powerpoint/2010/main" val="268681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1000"/>
                                        <p:tgtEl>
                                          <p:spTgt spid="4">
                                            <p:txEl>
                                              <p:pRg st="5" end="5"/>
                                            </p:txEl>
                                          </p:spTgt>
                                        </p:tgtEl>
                                      </p:cBhvr>
                                    </p:animEffect>
                                    <p:anim calcmode="lin" valueType="num">
                                      <p:cBhvr>
                                        <p:cTn id="1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1000"/>
                                        <p:tgtEl>
                                          <p:spTgt spid="4">
                                            <p:txEl>
                                              <p:pRg st="6" end="6"/>
                                            </p:txEl>
                                          </p:spTgt>
                                        </p:tgtEl>
                                      </p:cBhvr>
                                    </p:animEffect>
                                    <p:anim calcmode="lin" valueType="num">
                                      <p:cBhvr>
                                        <p:cTn id="1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7039-8176-A0C0-E724-BEA0055BE2A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3CB2F7D-FC40-8A5F-E776-3C7B39BC834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E33AAB87-DBE1-5848-E003-A6EB6A500260}"/>
              </a:ext>
            </a:extLst>
          </p:cNvPr>
          <p:cNvSpPr txBox="1"/>
          <p:nvPr/>
        </p:nvSpPr>
        <p:spPr>
          <a:xfrm>
            <a:off x="0" y="457200"/>
            <a:ext cx="8981768" cy="5196166"/>
          </a:xfrm>
          <a:prstGeom prst="rect">
            <a:avLst/>
          </a:prstGeom>
          <a:noFill/>
        </p:spPr>
        <p:txBody>
          <a:bodyPr wrap="square">
            <a:spAutoFit/>
          </a:bodyPr>
          <a:lstStyle/>
          <a:p>
            <a:pPr>
              <a:lnSpc>
                <a:spcPct val="150000"/>
              </a:lnSpc>
              <a:buNone/>
            </a:pPr>
            <a:r>
              <a:rPr lang="en-US" sz="2800" dirty="0">
                <a:latin typeface="+mj-lt"/>
              </a:rPr>
              <a:t>Click: R1</a:t>
            </a:r>
          </a:p>
          <a:p>
            <a:pPr>
              <a:lnSpc>
                <a:spcPct val="150000"/>
              </a:lnSpc>
              <a:buNone/>
            </a:pPr>
            <a:r>
              <a:rPr lang="en-US" sz="2800" dirty="0">
                <a:latin typeface="+mj-lt"/>
              </a:rPr>
              <a:t>Select: CLI</a:t>
            </a:r>
          </a:p>
          <a:p>
            <a:pPr>
              <a:lnSpc>
                <a:spcPct val="150000"/>
              </a:lnSpc>
              <a:buNone/>
            </a:pPr>
            <a:r>
              <a:rPr lang="en-US" sz="2800" dirty="0">
                <a:latin typeface="+mj-lt"/>
              </a:rPr>
              <a:t>If Packet Tracer asks:</a:t>
            </a:r>
          </a:p>
          <a:p>
            <a:pPr rtl="0">
              <a:lnSpc>
                <a:spcPct val="150000"/>
              </a:lnSpc>
              <a:buNone/>
            </a:pPr>
            <a:r>
              <a:rPr lang="en-US" sz="2800" dirty="0">
                <a:latin typeface="+mj-lt"/>
              </a:rPr>
              <a:t>Would you like to enter the </a:t>
            </a:r>
            <a:br>
              <a:rPr lang="en-US" sz="2800" dirty="0">
                <a:latin typeface="+mj-lt"/>
              </a:rPr>
            </a:br>
            <a:r>
              <a:rPr lang="en-US" sz="2800" dirty="0">
                <a:latin typeface="+mj-lt"/>
              </a:rPr>
              <a:t>initial configuration dialog?</a:t>
            </a:r>
          </a:p>
          <a:p>
            <a:pPr rtl="0">
              <a:lnSpc>
                <a:spcPct val="150000"/>
              </a:lnSpc>
              <a:buNone/>
            </a:pPr>
            <a:r>
              <a:rPr lang="en-US" sz="2800" dirty="0">
                <a:latin typeface="+mj-lt"/>
              </a:rPr>
              <a:t>[yes/no]:</a:t>
            </a:r>
          </a:p>
          <a:p>
            <a:pPr>
              <a:lnSpc>
                <a:spcPct val="150000"/>
              </a:lnSpc>
              <a:buNone/>
            </a:pPr>
            <a:r>
              <a:rPr lang="en-US" sz="2800" dirty="0">
                <a:latin typeface="+mj-lt"/>
              </a:rPr>
              <a:t>enter: no</a:t>
            </a:r>
          </a:p>
          <a:p>
            <a:pPr>
              <a:lnSpc>
                <a:spcPct val="150000"/>
              </a:lnSpc>
              <a:buNone/>
            </a:pPr>
            <a:r>
              <a:rPr lang="en-US" sz="2800" dirty="0">
                <a:latin typeface="+mj-lt"/>
              </a:rPr>
              <a:t>Press Enter if necessary.</a:t>
            </a:r>
          </a:p>
        </p:txBody>
      </p:sp>
      <p:pic>
        <p:nvPicPr>
          <p:cNvPr id="8" name="Picture 7">
            <a:extLst>
              <a:ext uri="{FF2B5EF4-FFF2-40B4-BE49-F238E27FC236}">
                <a16:creationId xmlns:a16="http://schemas.microsoft.com/office/drawing/2014/main" id="{1AFD751B-CEA7-781F-D6BC-22610D88CE84}"/>
              </a:ext>
            </a:extLst>
          </p:cNvPr>
          <p:cNvPicPr>
            <a:picLocks noChangeAspect="1"/>
          </p:cNvPicPr>
          <p:nvPr/>
        </p:nvPicPr>
        <p:blipFill>
          <a:blip r:embed="rId2"/>
          <a:srcRect l="26463" t="2629" r="26667" b="11481"/>
          <a:stretch>
            <a:fillRect/>
          </a:stretch>
        </p:blipFill>
        <p:spPr>
          <a:xfrm>
            <a:off x="4570141" y="1314565"/>
            <a:ext cx="4285785" cy="4417741"/>
          </a:xfrm>
          <a:prstGeom prst="rect">
            <a:avLst/>
          </a:prstGeom>
        </p:spPr>
      </p:pic>
    </p:spTree>
    <p:extLst>
      <p:ext uri="{BB962C8B-B14F-4D97-AF65-F5344CB8AC3E}">
        <p14:creationId xmlns:p14="http://schemas.microsoft.com/office/powerpoint/2010/main" val="212565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1000"/>
                                        <p:tgtEl>
                                          <p:spTgt spid="4">
                                            <p:txEl>
                                              <p:pRg st="5" end="5"/>
                                            </p:txEl>
                                          </p:spTgt>
                                        </p:tgtEl>
                                      </p:cBhvr>
                                    </p:animEffect>
                                    <p:anim calcmode="lin" valueType="num">
                                      <p:cBhvr>
                                        <p:cTn id="1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1000"/>
                                        <p:tgtEl>
                                          <p:spTgt spid="4">
                                            <p:txEl>
                                              <p:pRg st="6" end="6"/>
                                            </p:txEl>
                                          </p:spTgt>
                                        </p:tgtEl>
                                      </p:cBhvr>
                                    </p:animEffect>
                                    <p:anim calcmode="lin" valueType="num">
                                      <p:cBhvr>
                                        <p:cTn id="1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7695B-6DD3-2909-F25B-02BA167175A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88635A1-B65B-F956-B83F-34DA5795A2C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AB992529-E5A3-5557-0065-DDADB88508B9}"/>
              </a:ext>
            </a:extLst>
          </p:cNvPr>
          <p:cNvSpPr txBox="1"/>
          <p:nvPr/>
        </p:nvSpPr>
        <p:spPr>
          <a:xfrm>
            <a:off x="0" y="533400"/>
            <a:ext cx="8981768" cy="5842497"/>
          </a:xfrm>
          <a:prstGeom prst="rect">
            <a:avLst/>
          </a:prstGeom>
          <a:noFill/>
        </p:spPr>
        <p:txBody>
          <a:bodyPr wrap="square">
            <a:spAutoFit/>
          </a:bodyPr>
          <a:lstStyle/>
          <a:p>
            <a:pPr>
              <a:lnSpc>
                <a:spcPct val="150000"/>
              </a:lnSpc>
              <a:buNone/>
            </a:pPr>
            <a:r>
              <a:rPr lang="en-US" sz="2800" b="1" dirty="0">
                <a:latin typeface="+mj-lt"/>
              </a:rPr>
              <a:t>Step 1 — Enter privileged mode</a:t>
            </a:r>
          </a:p>
          <a:p>
            <a:pPr>
              <a:lnSpc>
                <a:spcPct val="150000"/>
              </a:lnSpc>
              <a:buNone/>
            </a:pPr>
            <a:r>
              <a:rPr lang="en-US" sz="2800" dirty="0">
                <a:latin typeface="+mj-lt"/>
              </a:rPr>
              <a:t>You should see:</a:t>
            </a:r>
          </a:p>
          <a:p>
            <a:pPr rtl="0">
              <a:lnSpc>
                <a:spcPct val="150000"/>
              </a:lnSpc>
              <a:buNone/>
            </a:pPr>
            <a:r>
              <a:rPr lang="en-US" sz="2800" dirty="0">
                <a:latin typeface="+mj-lt"/>
              </a:rPr>
              <a:t>Router&gt;</a:t>
            </a:r>
          </a:p>
          <a:p>
            <a:pPr>
              <a:lnSpc>
                <a:spcPct val="150000"/>
              </a:lnSpc>
              <a:buNone/>
            </a:pPr>
            <a:r>
              <a:rPr lang="en-US" sz="2800" dirty="0">
                <a:latin typeface="+mj-lt"/>
              </a:rPr>
              <a:t>Enter: enable</a:t>
            </a:r>
          </a:p>
          <a:p>
            <a:pPr>
              <a:lnSpc>
                <a:spcPct val="150000"/>
              </a:lnSpc>
              <a:buNone/>
            </a:pPr>
            <a:r>
              <a:rPr lang="en-US" sz="2800" dirty="0">
                <a:latin typeface="+mj-lt"/>
              </a:rPr>
              <a:t>Now: Router#</a:t>
            </a:r>
          </a:p>
          <a:p>
            <a:pPr>
              <a:lnSpc>
                <a:spcPct val="150000"/>
              </a:lnSpc>
              <a:buNone/>
            </a:pPr>
            <a:r>
              <a:rPr lang="en-US" sz="2800" b="1" dirty="0">
                <a:latin typeface="+mj-lt"/>
              </a:rPr>
              <a:t>Why?</a:t>
            </a:r>
          </a:p>
          <a:p>
            <a:pPr>
              <a:lnSpc>
                <a:spcPct val="150000"/>
              </a:lnSpc>
              <a:buNone/>
            </a:pPr>
            <a:r>
              <a:rPr lang="en-US" sz="2800" dirty="0">
                <a:latin typeface="+mj-lt"/>
              </a:rPr>
              <a:t>&gt; represents user EXEC mode.</a:t>
            </a:r>
          </a:p>
          <a:p>
            <a:pPr>
              <a:lnSpc>
                <a:spcPct val="150000"/>
              </a:lnSpc>
              <a:buNone/>
            </a:pPr>
            <a:r>
              <a:rPr lang="en-US" sz="2800" dirty="0">
                <a:latin typeface="+mj-lt"/>
              </a:rPr>
              <a:t># represents privileged EXEC </a:t>
            </a:r>
            <a:br>
              <a:rPr lang="en-US" sz="2800" dirty="0">
                <a:latin typeface="+mj-lt"/>
              </a:rPr>
            </a:br>
            <a:r>
              <a:rPr lang="en-US" sz="2800" dirty="0">
                <a:latin typeface="+mj-lt"/>
              </a:rPr>
              <a:t>mode, which gives us access to administrative commands.</a:t>
            </a:r>
          </a:p>
        </p:txBody>
      </p:sp>
      <p:pic>
        <p:nvPicPr>
          <p:cNvPr id="7" name="Picture 6">
            <a:extLst>
              <a:ext uri="{FF2B5EF4-FFF2-40B4-BE49-F238E27FC236}">
                <a16:creationId xmlns:a16="http://schemas.microsoft.com/office/drawing/2014/main" id="{19259F01-B3E0-2669-0FE1-2A66D8F8205C}"/>
              </a:ext>
            </a:extLst>
          </p:cNvPr>
          <p:cNvPicPr>
            <a:picLocks noChangeAspect="1"/>
          </p:cNvPicPr>
          <p:nvPr/>
        </p:nvPicPr>
        <p:blipFill>
          <a:blip r:embed="rId2"/>
          <a:srcRect l="26585" t="3062" r="26667" b="11481"/>
          <a:stretch>
            <a:fillRect/>
          </a:stretch>
        </p:blipFill>
        <p:spPr>
          <a:xfrm>
            <a:off x="4724400" y="1231280"/>
            <a:ext cx="4419600" cy="4544502"/>
          </a:xfrm>
          <a:prstGeom prst="rect">
            <a:avLst/>
          </a:prstGeom>
          <a:ln>
            <a:solidFill>
              <a:srgbClr val="7030A0"/>
            </a:solidFill>
          </a:ln>
        </p:spPr>
      </p:pic>
    </p:spTree>
    <p:extLst>
      <p:ext uri="{BB962C8B-B14F-4D97-AF65-F5344CB8AC3E}">
        <p14:creationId xmlns:p14="http://schemas.microsoft.com/office/powerpoint/2010/main" val="1553990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C84CD-B52B-90B0-EB99-EFD092FCDD4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58D77C5-A2A7-1938-43F6-8DA265D77D9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92595456-F4DB-8089-FE96-648B0AC976E3}"/>
              </a:ext>
            </a:extLst>
          </p:cNvPr>
          <p:cNvSpPr txBox="1"/>
          <p:nvPr/>
        </p:nvSpPr>
        <p:spPr>
          <a:xfrm>
            <a:off x="0" y="990601"/>
            <a:ext cx="8981768" cy="3903504"/>
          </a:xfrm>
          <a:prstGeom prst="rect">
            <a:avLst/>
          </a:prstGeom>
          <a:noFill/>
        </p:spPr>
        <p:txBody>
          <a:bodyPr wrap="square">
            <a:spAutoFit/>
          </a:bodyPr>
          <a:lstStyle/>
          <a:p>
            <a:pPr>
              <a:lnSpc>
                <a:spcPct val="150000"/>
              </a:lnSpc>
              <a:buNone/>
            </a:pPr>
            <a:r>
              <a:rPr lang="en-US" sz="2800" b="1" dirty="0">
                <a:latin typeface="+mj-lt"/>
              </a:rPr>
              <a:t>Step 2 — Enter configuration mode</a:t>
            </a:r>
          </a:p>
          <a:p>
            <a:pPr rtl="0">
              <a:lnSpc>
                <a:spcPct val="150000"/>
              </a:lnSpc>
              <a:buNone/>
            </a:pPr>
            <a:r>
              <a:rPr lang="en-US" sz="2800" dirty="0">
                <a:latin typeface="+mj-lt"/>
              </a:rPr>
              <a:t>configure terminal</a:t>
            </a:r>
          </a:p>
          <a:p>
            <a:pPr>
              <a:lnSpc>
                <a:spcPct val="150000"/>
              </a:lnSpc>
              <a:buNone/>
            </a:pPr>
            <a:r>
              <a:rPr lang="en-US" sz="2800" dirty="0">
                <a:latin typeface="+mj-lt"/>
              </a:rPr>
              <a:t>You should see:</a:t>
            </a:r>
          </a:p>
          <a:p>
            <a:pPr rtl="0">
              <a:lnSpc>
                <a:spcPct val="150000"/>
              </a:lnSpc>
              <a:buNone/>
            </a:pPr>
            <a:r>
              <a:rPr lang="en-US" sz="2800" dirty="0">
                <a:latin typeface="+mj-lt"/>
              </a:rPr>
              <a:t>Router(config)#</a:t>
            </a:r>
          </a:p>
          <a:p>
            <a:pPr>
              <a:lnSpc>
                <a:spcPct val="150000"/>
              </a:lnSpc>
              <a:buNone/>
            </a:pPr>
            <a:r>
              <a:rPr lang="en-US" sz="2800" dirty="0">
                <a:latin typeface="+mj-lt"/>
              </a:rPr>
              <a:t>Now we can change the </a:t>
            </a:r>
            <a:br>
              <a:rPr lang="en-US" sz="2800" dirty="0">
                <a:latin typeface="+mj-lt"/>
              </a:rPr>
            </a:br>
            <a:r>
              <a:rPr lang="en-US" sz="2800" dirty="0">
                <a:latin typeface="+mj-lt"/>
              </a:rPr>
              <a:t>router's configuration.</a:t>
            </a:r>
          </a:p>
        </p:txBody>
      </p:sp>
      <p:pic>
        <p:nvPicPr>
          <p:cNvPr id="9" name="Picture 8">
            <a:extLst>
              <a:ext uri="{FF2B5EF4-FFF2-40B4-BE49-F238E27FC236}">
                <a16:creationId xmlns:a16="http://schemas.microsoft.com/office/drawing/2014/main" id="{D3FC07C5-B33F-16B9-54C8-80E4DE0D2C0B}"/>
              </a:ext>
            </a:extLst>
          </p:cNvPr>
          <p:cNvPicPr>
            <a:picLocks noChangeAspect="1"/>
          </p:cNvPicPr>
          <p:nvPr/>
        </p:nvPicPr>
        <p:blipFill>
          <a:blip r:embed="rId2"/>
          <a:srcRect l="26585" t="3062" r="26667" b="11481"/>
          <a:stretch>
            <a:fillRect/>
          </a:stretch>
        </p:blipFill>
        <p:spPr>
          <a:xfrm>
            <a:off x="4724400" y="1676400"/>
            <a:ext cx="4419600" cy="4544502"/>
          </a:xfrm>
          <a:prstGeom prst="rect">
            <a:avLst/>
          </a:prstGeom>
          <a:ln>
            <a:solidFill>
              <a:srgbClr val="7030A0"/>
            </a:solidFill>
          </a:ln>
        </p:spPr>
      </p:pic>
    </p:spTree>
    <p:extLst>
      <p:ext uri="{BB962C8B-B14F-4D97-AF65-F5344CB8AC3E}">
        <p14:creationId xmlns:p14="http://schemas.microsoft.com/office/powerpoint/2010/main" val="4143858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3F01B-5581-FD54-B859-124C911BF95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A23A3F3-BA35-7A2C-B5BA-0F541126183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2B8445E4-5023-0AF0-2931-A1C538ECDC36}"/>
              </a:ext>
            </a:extLst>
          </p:cNvPr>
          <p:cNvSpPr txBox="1"/>
          <p:nvPr/>
        </p:nvSpPr>
        <p:spPr>
          <a:xfrm>
            <a:off x="0" y="990601"/>
            <a:ext cx="8981768" cy="4549835"/>
          </a:xfrm>
          <a:prstGeom prst="rect">
            <a:avLst/>
          </a:prstGeom>
          <a:noFill/>
        </p:spPr>
        <p:txBody>
          <a:bodyPr wrap="square">
            <a:spAutoFit/>
          </a:bodyPr>
          <a:lstStyle/>
          <a:p>
            <a:pPr>
              <a:lnSpc>
                <a:spcPct val="150000"/>
              </a:lnSpc>
            </a:pPr>
            <a:r>
              <a:rPr lang="en-US" sz="2800" b="1" dirty="0">
                <a:latin typeface="+mj-lt"/>
              </a:rPr>
              <a:t>Step 3 — Rename the router</a:t>
            </a:r>
          </a:p>
          <a:p>
            <a:pPr rtl="0">
              <a:lnSpc>
                <a:spcPct val="150000"/>
              </a:lnSpc>
            </a:pPr>
            <a:r>
              <a:rPr lang="en-US" sz="2800" dirty="0">
                <a:latin typeface="+mj-lt"/>
              </a:rPr>
              <a:t>hostname R1</a:t>
            </a:r>
          </a:p>
          <a:p>
            <a:pPr>
              <a:lnSpc>
                <a:spcPct val="150000"/>
              </a:lnSpc>
            </a:pPr>
            <a:r>
              <a:rPr lang="en-US" sz="2800" dirty="0">
                <a:latin typeface="+mj-lt"/>
              </a:rPr>
              <a:t>The prompt changes to:</a:t>
            </a:r>
          </a:p>
          <a:p>
            <a:pPr rtl="0">
              <a:lnSpc>
                <a:spcPct val="150000"/>
              </a:lnSpc>
            </a:pPr>
            <a:r>
              <a:rPr lang="en-US" sz="2800" dirty="0">
                <a:latin typeface="+mj-lt"/>
              </a:rPr>
              <a:t>R1(config)#</a:t>
            </a:r>
          </a:p>
          <a:p>
            <a:pPr>
              <a:lnSpc>
                <a:spcPct val="150000"/>
              </a:lnSpc>
            </a:pPr>
            <a:r>
              <a:rPr lang="en-US" sz="2800" dirty="0">
                <a:latin typeface="+mj-lt"/>
              </a:rPr>
              <a:t>This makes it much easier to </a:t>
            </a:r>
            <a:br>
              <a:rPr lang="en-US" sz="2800" dirty="0">
                <a:latin typeface="+mj-lt"/>
              </a:rPr>
            </a:br>
            <a:r>
              <a:rPr lang="en-US" sz="2800" dirty="0">
                <a:latin typeface="+mj-lt"/>
              </a:rPr>
              <a:t>identify which device we are </a:t>
            </a:r>
            <a:br>
              <a:rPr lang="en-US" sz="2800" dirty="0">
                <a:latin typeface="+mj-lt"/>
              </a:rPr>
            </a:br>
            <a:r>
              <a:rPr lang="en-US" sz="2800" dirty="0">
                <a:latin typeface="+mj-lt"/>
              </a:rPr>
              <a:t>configuring.</a:t>
            </a:r>
          </a:p>
        </p:txBody>
      </p:sp>
      <p:pic>
        <p:nvPicPr>
          <p:cNvPr id="5" name="Picture 4">
            <a:extLst>
              <a:ext uri="{FF2B5EF4-FFF2-40B4-BE49-F238E27FC236}">
                <a16:creationId xmlns:a16="http://schemas.microsoft.com/office/drawing/2014/main" id="{7044DC08-7AE3-A930-BFFB-E28B4A7F07BA}"/>
              </a:ext>
            </a:extLst>
          </p:cNvPr>
          <p:cNvPicPr>
            <a:picLocks noChangeAspect="1"/>
          </p:cNvPicPr>
          <p:nvPr/>
        </p:nvPicPr>
        <p:blipFill>
          <a:blip r:embed="rId2"/>
          <a:srcRect l="26585" t="3062" r="26667" b="11481"/>
          <a:stretch>
            <a:fillRect/>
          </a:stretch>
        </p:blipFill>
        <p:spPr>
          <a:xfrm>
            <a:off x="4724400" y="1231280"/>
            <a:ext cx="4419600" cy="4544502"/>
          </a:xfrm>
          <a:prstGeom prst="rect">
            <a:avLst/>
          </a:prstGeom>
          <a:ln>
            <a:solidFill>
              <a:srgbClr val="7030A0"/>
            </a:solidFill>
          </a:ln>
        </p:spPr>
      </p:pic>
    </p:spTree>
    <p:extLst>
      <p:ext uri="{BB962C8B-B14F-4D97-AF65-F5344CB8AC3E}">
        <p14:creationId xmlns:p14="http://schemas.microsoft.com/office/powerpoint/2010/main" val="2663853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58267-1597-A30A-F2DC-3E7035064C1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40C8AF9-0C7C-4E28-B34F-1DA4B431DD88}"/>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17CFF78B-F8E1-393D-8A0B-37DC3A5664DD}"/>
              </a:ext>
            </a:extLst>
          </p:cNvPr>
          <p:cNvSpPr txBox="1"/>
          <p:nvPr/>
        </p:nvSpPr>
        <p:spPr>
          <a:xfrm>
            <a:off x="0" y="533401"/>
            <a:ext cx="8981768" cy="4549835"/>
          </a:xfrm>
          <a:prstGeom prst="rect">
            <a:avLst/>
          </a:prstGeom>
          <a:noFill/>
        </p:spPr>
        <p:txBody>
          <a:bodyPr wrap="square">
            <a:spAutoFit/>
          </a:bodyPr>
          <a:lstStyle/>
          <a:p>
            <a:pPr>
              <a:lnSpc>
                <a:spcPct val="150000"/>
              </a:lnSpc>
              <a:buNone/>
            </a:pPr>
            <a:r>
              <a:rPr lang="en-US" sz="2800" b="1" dirty="0">
                <a:latin typeface="+mj-lt"/>
              </a:rPr>
              <a:t>Step 4 — Configure G0/0</a:t>
            </a:r>
          </a:p>
          <a:p>
            <a:pPr>
              <a:lnSpc>
                <a:spcPct val="150000"/>
              </a:lnSpc>
              <a:buNone/>
            </a:pPr>
            <a:r>
              <a:rPr lang="en-US" sz="2800" dirty="0">
                <a:latin typeface="+mj-lt"/>
              </a:rPr>
              <a:t>Enter:</a:t>
            </a:r>
          </a:p>
          <a:p>
            <a:pPr rtl="0">
              <a:lnSpc>
                <a:spcPct val="150000"/>
              </a:lnSpc>
              <a:buNone/>
            </a:pPr>
            <a:r>
              <a:rPr lang="en-US" sz="2800" dirty="0">
                <a:latin typeface="+mj-lt"/>
              </a:rPr>
              <a:t>interface </a:t>
            </a:r>
            <a:r>
              <a:rPr lang="en-US" sz="2800" dirty="0" err="1">
                <a:latin typeface="+mj-lt"/>
              </a:rPr>
              <a:t>gigabitEthernet</a:t>
            </a:r>
            <a:r>
              <a:rPr lang="en-US" sz="2800" dirty="0">
                <a:latin typeface="+mj-lt"/>
              </a:rPr>
              <a:t> 0/0</a:t>
            </a:r>
          </a:p>
          <a:p>
            <a:pPr>
              <a:lnSpc>
                <a:spcPct val="150000"/>
              </a:lnSpc>
              <a:buNone/>
            </a:pPr>
            <a:r>
              <a:rPr lang="en-US" sz="2800" dirty="0">
                <a:latin typeface="+mj-lt"/>
              </a:rPr>
              <a:t>Then:</a:t>
            </a:r>
          </a:p>
          <a:p>
            <a:pPr rtl="0">
              <a:lnSpc>
                <a:spcPct val="150000"/>
              </a:lnSpc>
              <a:buNone/>
            </a:pPr>
            <a:r>
              <a:rPr lang="en-US" sz="2800" dirty="0" err="1">
                <a:latin typeface="+mj-lt"/>
              </a:rPr>
              <a:t>ip</a:t>
            </a:r>
            <a:r>
              <a:rPr lang="en-US" sz="2800" dirty="0">
                <a:latin typeface="+mj-lt"/>
              </a:rPr>
              <a:t> address 192.168.0.1 255.255.255.224</a:t>
            </a:r>
          </a:p>
          <a:p>
            <a:pPr>
              <a:lnSpc>
                <a:spcPct val="150000"/>
              </a:lnSpc>
              <a:buNone/>
            </a:pPr>
            <a:r>
              <a:rPr lang="en-US" sz="2800" dirty="0">
                <a:latin typeface="+mj-lt"/>
              </a:rPr>
              <a:t>Then:</a:t>
            </a:r>
          </a:p>
          <a:p>
            <a:pPr rtl="0">
              <a:lnSpc>
                <a:spcPct val="150000"/>
              </a:lnSpc>
              <a:buNone/>
            </a:pPr>
            <a:r>
              <a:rPr lang="en-US" sz="2800" dirty="0">
                <a:latin typeface="+mj-lt"/>
              </a:rPr>
              <a:t>no shutdown</a:t>
            </a:r>
          </a:p>
        </p:txBody>
      </p:sp>
      <p:pic>
        <p:nvPicPr>
          <p:cNvPr id="7" name="Picture 6">
            <a:extLst>
              <a:ext uri="{FF2B5EF4-FFF2-40B4-BE49-F238E27FC236}">
                <a16:creationId xmlns:a16="http://schemas.microsoft.com/office/drawing/2014/main" id="{06A7C7BC-6143-E000-4FDB-F24935ED9691}"/>
              </a:ext>
            </a:extLst>
          </p:cNvPr>
          <p:cNvPicPr>
            <a:picLocks noChangeAspect="1"/>
          </p:cNvPicPr>
          <p:nvPr/>
        </p:nvPicPr>
        <p:blipFill>
          <a:blip r:embed="rId2"/>
          <a:srcRect l="26463" t="3279" r="27073" b="11734"/>
          <a:stretch>
            <a:fillRect/>
          </a:stretch>
        </p:blipFill>
        <p:spPr>
          <a:xfrm>
            <a:off x="5908704" y="3505199"/>
            <a:ext cx="3235295" cy="3328703"/>
          </a:xfrm>
          <a:prstGeom prst="rect">
            <a:avLst/>
          </a:prstGeom>
          <a:ln>
            <a:solidFill>
              <a:srgbClr val="7030A0"/>
            </a:solidFill>
          </a:ln>
        </p:spPr>
      </p:pic>
    </p:spTree>
    <p:extLst>
      <p:ext uri="{BB962C8B-B14F-4D97-AF65-F5344CB8AC3E}">
        <p14:creationId xmlns:p14="http://schemas.microsoft.com/office/powerpoint/2010/main" val="3420250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C1CC-B663-1EE7-EE03-177776BA7C7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8CFDBE8-BBE2-CDCC-CE95-5BBD58FE791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F33BDA95-D971-8E49-005E-904E8B9E0CFF}"/>
              </a:ext>
            </a:extLst>
          </p:cNvPr>
          <p:cNvSpPr txBox="1"/>
          <p:nvPr/>
        </p:nvSpPr>
        <p:spPr>
          <a:xfrm>
            <a:off x="0" y="533401"/>
            <a:ext cx="8981768" cy="5842497"/>
          </a:xfrm>
          <a:prstGeom prst="rect">
            <a:avLst/>
          </a:prstGeom>
          <a:noFill/>
        </p:spPr>
        <p:txBody>
          <a:bodyPr wrap="square">
            <a:spAutoFit/>
          </a:bodyPr>
          <a:lstStyle/>
          <a:p>
            <a:pPr>
              <a:lnSpc>
                <a:spcPct val="150000"/>
              </a:lnSpc>
              <a:buNone/>
            </a:pPr>
            <a:r>
              <a:rPr lang="en-US" sz="2800" b="1" dirty="0">
                <a:latin typeface="+mj-lt"/>
              </a:rPr>
              <a:t>Why no shutdown?</a:t>
            </a:r>
          </a:p>
          <a:p>
            <a:pPr>
              <a:lnSpc>
                <a:spcPct val="150000"/>
              </a:lnSpc>
              <a:buNone/>
            </a:pPr>
            <a:r>
              <a:rPr lang="en-US" sz="2800" dirty="0">
                <a:latin typeface="+mj-lt"/>
              </a:rPr>
              <a:t>Physical router interfaces are commonly administratively disabled initially.</a:t>
            </a:r>
          </a:p>
          <a:p>
            <a:pPr>
              <a:lnSpc>
                <a:spcPct val="150000"/>
              </a:lnSpc>
              <a:buNone/>
            </a:pPr>
            <a:r>
              <a:rPr lang="en-US" sz="2800" dirty="0">
                <a:latin typeface="+mj-lt"/>
              </a:rPr>
              <a:t>no shutdown enables the interface.</a:t>
            </a:r>
          </a:p>
          <a:p>
            <a:pPr>
              <a:lnSpc>
                <a:spcPct val="150000"/>
              </a:lnSpc>
              <a:buNone/>
            </a:pPr>
            <a:r>
              <a:rPr lang="en-US" sz="2800" dirty="0">
                <a:latin typeface="+mj-lt"/>
              </a:rPr>
              <a:t>You may shortly see messages such as:</a:t>
            </a:r>
          </a:p>
          <a:p>
            <a:pPr rtl="0">
              <a:lnSpc>
                <a:spcPct val="150000"/>
              </a:lnSpc>
              <a:buNone/>
            </a:pPr>
            <a:r>
              <a:rPr lang="en-US" sz="2800" dirty="0">
                <a:latin typeface="+mj-lt"/>
              </a:rPr>
              <a:t>%LINK-5-CHANGED</a:t>
            </a:r>
          </a:p>
          <a:p>
            <a:pPr rtl="0">
              <a:lnSpc>
                <a:spcPct val="150000"/>
              </a:lnSpc>
              <a:buNone/>
            </a:pPr>
            <a:r>
              <a:rPr lang="en-US" sz="2800" dirty="0">
                <a:latin typeface="+mj-lt"/>
              </a:rPr>
              <a:t>%LINEPROTO-5-UPDOWN</a:t>
            </a:r>
          </a:p>
          <a:p>
            <a:pPr>
              <a:lnSpc>
                <a:spcPct val="150000"/>
              </a:lnSpc>
              <a:buNone/>
            </a:pPr>
            <a:r>
              <a:rPr lang="en-US" sz="2800" dirty="0">
                <a:latin typeface="+mj-lt"/>
              </a:rPr>
              <a:t>indicating that the interface/link state </a:t>
            </a:r>
            <a:br>
              <a:rPr lang="en-US" sz="2800" dirty="0">
                <a:latin typeface="+mj-lt"/>
              </a:rPr>
            </a:br>
            <a:r>
              <a:rPr lang="en-US" sz="2800" dirty="0">
                <a:latin typeface="+mj-lt"/>
              </a:rPr>
              <a:t>has changed.</a:t>
            </a:r>
          </a:p>
        </p:txBody>
      </p:sp>
      <p:pic>
        <p:nvPicPr>
          <p:cNvPr id="4" name="Picture 3">
            <a:extLst>
              <a:ext uri="{FF2B5EF4-FFF2-40B4-BE49-F238E27FC236}">
                <a16:creationId xmlns:a16="http://schemas.microsoft.com/office/drawing/2014/main" id="{9B753588-CD39-2264-B5D5-FE6798206339}"/>
              </a:ext>
            </a:extLst>
          </p:cNvPr>
          <p:cNvPicPr>
            <a:picLocks noChangeAspect="1"/>
          </p:cNvPicPr>
          <p:nvPr/>
        </p:nvPicPr>
        <p:blipFill>
          <a:blip r:embed="rId2"/>
          <a:srcRect l="26463" t="3062" r="26667" b="11481"/>
          <a:stretch>
            <a:fillRect/>
          </a:stretch>
        </p:blipFill>
        <p:spPr>
          <a:xfrm>
            <a:off x="5747696" y="3352800"/>
            <a:ext cx="3387011" cy="3473669"/>
          </a:xfrm>
          <a:prstGeom prst="rect">
            <a:avLst/>
          </a:prstGeom>
          <a:ln>
            <a:solidFill>
              <a:srgbClr val="7030A0"/>
            </a:solidFill>
          </a:ln>
        </p:spPr>
      </p:pic>
    </p:spTree>
    <p:extLst>
      <p:ext uri="{BB962C8B-B14F-4D97-AF65-F5344CB8AC3E}">
        <p14:creationId xmlns:p14="http://schemas.microsoft.com/office/powerpoint/2010/main" val="406158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B48E1-9799-A06E-DCE6-F37F651AA74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C89A186-0F87-50AD-345B-DDB267D54FBA}"/>
              </a:ext>
            </a:extLst>
          </p:cNvPr>
          <p:cNvPicPr>
            <a:picLocks noChangeAspect="1"/>
          </p:cNvPicPr>
          <p:nvPr/>
        </p:nvPicPr>
        <p:blipFill>
          <a:blip r:embed="rId2"/>
          <a:srcRect l="26463" t="3062" r="26667" b="11481"/>
          <a:stretch>
            <a:fillRect/>
          </a:stretch>
        </p:blipFill>
        <p:spPr>
          <a:xfrm>
            <a:off x="5410200" y="3006670"/>
            <a:ext cx="3724507" cy="3819800"/>
          </a:xfrm>
          <a:prstGeom prst="rect">
            <a:avLst/>
          </a:prstGeom>
          <a:ln>
            <a:solidFill>
              <a:srgbClr val="7030A0"/>
            </a:solidFill>
          </a:ln>
        </p:spPr>
      </p:pic>
      <p:sp>
        <p:nvSpPr>
          <p:cNvPr id="3" name="object 3">
            <a:extLst>
              <a:ext uri="{FF2B5EF4-FFF2-40B4-BE49-F238E27FC236}">
                <a16:creationId xmlns:a16="http://schemas.microsoft.com/office/drawing/2014/main" id="{A2B57B42-3A46-26D9-D6BD-4D20CC6E00EB}"/>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3A51AA1E-75E7-737C-B3EA-211CE855DFCF}"/>
              </a:ext>
            </a:extLst>
          </p:cNvPr>
          <p:cNvSpPr txBox="1"/>
          <p:nvPr/>
        </p:nvSpPr>
        <p:spPr>
          <a:xfrm>
            <a:off x="0" y="152400"/>
            <a:ext cx="8981768" cy="6678238"/>
          </a:xfrm>
          <a:prstGeom prst="rect">
            <a:avLst/>
          </a:prstGeom>
          <a:noFill/>
        </p:spPr>
        <p:txBody>
          <a:bodyPr wrap="square">
            <a:spAutoFit/>
          </a:bodyPr>
          <a:lstStyle/>
          <a:p>
            <a:pPr>
              <a:lnSpc>
                <a:spcPct val="150000"/>
              </a:lnSpc>
              <a:buNone/>
            </a:pPr>
            <a:r>
              <a:rPr lang="en-US" sz="2800" b="1" dirty="0">
                <a:latin typeface="+mj-lt"/>
              </a:rPr>
              <a:t>Step 5 — Configure G0/1</a:t>
            </a:r>
          </a:p>
          <a:p>
            <a:pPr>
              <a:lnSpc>
                <a:spcPct val="150000"/>
              </a:lnSpc>
              <a:buNone/>
            </a:pPr>
            <a:r>
              <a:rPr lang="en-US" sz="2600" dirty="0">
                <a:latin typeface="+mj-lt"/>
              </a:rPr>
              <a:t>Enter: interface </a:t>
            </a:r>
            <a:r>
              <a:rPr lang="en-US" sz="2600" dirty="0" err="1">
                <a:latin typeface="+mj-lt"/>
              </a:rPr>
              <a:t>gigabitEthernet</a:t>
            </a:r>
            <a:r>
              <a:rPr lang="en-US" sz="2600" dirty="0">
                <a:latin typeface="+mj-lt"/>
              </a:rPr>
              <a:t> 0/1</a:t>
            </a:r>
          </a:p>
          <a:p>
            <a:pPr>
              <a:lnSpc>
                <a:spcPct val="150000"/>
              </a:lnSpc>
              <a:buNone/>
            </a:pPr>
            <a:r>
              <a:rPr lang="en-US" sz="2600" dirty="0">
                <a:latin typeface="+mj-lt"/>
              </a:rPr>
              <a:t>Then: </a:t>
            </a:r>
            <a:r>
              <a:rPr lang="en-US" sz="2600" dirty="0" err="1">
                <a:latin typeface="+mj-lt"/>
              </a:rPr>
              <a:t>ip</a:t>
            </a:r>
            <a:r>
              <a:rPr lang="en-US" sz="2600" dirty="0">
                <a:latin typeface="+mj-lt"/>
              </a:rPr>
              <a:t> address 192.168.0.33 255.255.255.224</a:t>
            </a:r>
          </a:p>
          <a:p>
            <a:pPr>
              <a:lnSpc>
                <a:spcPct val="150000"/>
              </a:lnSpc>
              <a:buNone/>
            </a:pPr>
            <a:r>
              <a:rPr lang="en-US" sz="2600" dirty="0">
                <a:latin typeface="+mj-lt"/>
              </a:rPr>
              <a:t>Then: no shutdown</a:t>
            </a:r>
          </a:p>
          <a:p>
            <a:pPr>
              <a:lnSpc>
                <a:spcPct val="150000"/>
              </a:lnSpc>
              <a:buNone/>
            </a:pPr>
            <a:r>
              <a:rPr lang="en-US" sz="2600" dirty="0">
                <a:latin typeface="+mj-lt"/>
              </a:rPr>
              <a:t>Now our two physical router interfaces belong to two different networks:</a:t>
            </a:r>
          </a:p>
          <a:p>
            <a:pPr rtl="0">
              <a:lnSpc>
                <a:spcPct val="150000"/>
              </a:lnSpc>
              <a:buNone/>
            </a:pPr>
            <a:r>
              <a:rPr lang="en-US" sz="2600" dirty="0">
                <a:latin typeface="+mj-lt"/>
              </a:rPr>
              <a:t>G0/0 → 192.168.0.0/27</a:t>
            </a:r>
          </a:p>
          <a:p>
            <a:pPr rtl="0">
              <a:lnSpc>
                <a:spcPct val="150000"/>
              </a:lnSpc>
              <a:buNone/>
            </a:pPr>
            <a:r>
              <a:rPr lang="en-US" sz="2600" dirty="0">
                <a:latin typeface="+mj-lt"/>
              </a:rPr>
              <a:t>G0/1 → 192.168.0.32/27</a:t>
            </a:r>
          </a:p>
          <a:p>
            <a:pPr>
              <a:lnSpc>
                <a:spcPct val="150000"/>
              </a:lnSpc>
              <a:buNone/>
            </a:pPr>
            <a:r>
              <a:rPr lang="en-US" sz="2600" dirty="0">
                <a:latin typeface="+mj-lt"/>
              </a:rPr>
              <a:t>This is important.</a:t>
            </a:r>
          </a:p>
          <a:p>
            <a:pPr>
              <a:lnSpc>
                <a:spcPct val="150000"/>
              </a:lnSpc>
              <a:buNone/>
            </a:pPr>
            <a:r>
              <a:rPr lang="en-US" sz="2600" dirty="0">
                <a:latin typeface="+mj-lt"/>
              </a:rPr>
              <a:t>A router connects different IP </a:t>
            </a:r>
            <a:br>
              <a:rPr lang="en-US" sz="2600" dirty="0">
                <a:latin typeface="+mj-lt"/>
              </a:rPr>
            </a:br>
            <a:r>
              <a:rPr lang="en-US" sz="2600" dirty="0">
                <a:latin typeface="+mj-lt"/>
              </a:rPr>
              <a:t>networks.</a:t>
            </a:r>
          </a:p>
        </p:txBody>
      </p:sp>
    </p:spTree>
    <p:extLst>
      <p:ext uri="{BB962C8B-B14F-4D97-AF65-F5344CB8AC3E}">
        <p14:creationId xmlns:p14="http://schemas.microsoft.com/office/powerpoint/2010/main" val="1693290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7BC0F-6226-C949-7D68-CC69ED8A6EB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D626CE4-17E5-204C-93F6-FD91A0A5EFDA}"/>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70A1FA11-0423-B369-10ED-4A76E03E85D1}"/>
              </a:ext>
            </a:extLst>
          </p:cNvPr>
          <p:cNvSpPr txBox="1"/>
          <p:nvPr/>
        </p:nvSpPr>
        <p:spPr>
          <a:xfrm>
            <a:off x="0" y="533401"/>
            <a:ext cx="8981768" cy="6221383"/>
          </a:xfrm>
          <a:prstGeom prst="rect">
            <a:avLst/>
          </a:prstGeom>
          <a:noFill/>
        </p:spPr>
        <p:txBody>
          <a:bodyPr wrap="square">
            <a:spAutoFit/>
          </a:bodyPr>
          <a:lstStyle/>
          <a:p>
            <a:pPr>
              <a:lnSpc>
                <a:spcPct val="150000"/>
              </a:lnSpc>
              <a:buNone/>
            </a:pPr>
            <a:r>
              <a:rPr lang="en-US" sz="2800" b="1" dirty="0">
                <a:latin typeface="+mj-lt"/>
              </a:rPr>
              <a:t>Step 6 — Create Loopback 0</a:t>
            </a:r>
          </a:p>
          <a:p>
            <a:pPr>
              <a:lnSpc>
                <a:spcPct val="150000"/>
              </a:lnSpc>
              <a:buNone/>
            </a:pPr>
            <a:r>
              <a:rPr lang="en-US" sz="2400" dirty="0">
                <a:latin typeface="+mj-lt"/>
              </a:rPr>
              <a:t>Enter: interface loopback 0</a:t>
            </a:r>
          </a:p>
          <a:p>
            <a:pPr>
              <a:lnSpc>
                <a:spcPct val="150000"/>
              </a:lnSpc>
              <a:buNone/>
            </a:pPr>
            <a:r>
              <a:rPr lang="en-US" sz="2400" dirty="0">
                <a:latin typeface="+mj-lt"/>
              </a:rPr>
              <a:t>Then: </a:t>
            </a:r>
            <a:r>
              <a:rPr lang="en-US" sz="2400" dirty="0" err="1">
                <a:latin typeface="+mj-lt"/>
              </a:rPr>
              <a:t>ip</a:t>
            </a:r>
            <a:r>
              <a:rPr lang="en-US" sz="2400" dirty="0">
                <a:latin typeface="+mj-lt"/>
              </a:rPr>
              <a:t> address 192.168.0.65 255.255.255.224</a:t>
            </a:r>
          </a:p>
          <a:p>
            <a:pPr>
              <a:lnSpc>
                <a:spcPct val="150000"/>
              </a:lnSpc>
              <a:buNone/>
            </a:pPr>
            <a:r>
              <a:rPr lang="en-US" sz="2400" dirty="0">
                <a:latin typeface="+mj-lt"/>
              </a:rPr>
              <a:t>Notice we don't need:</a:t>
            </a:r>
          </a:p>
          <a:p>
            <a:pPr rtl="0">
              <a:lnSpc>
                <a:spcPct val="150000"/>
              </a:lnSpc>
              <a:buNone/>
            </a:pPr>
            <a:r>
              <a:rPr lang="en-US" sz="2400" dirty="0">
                <a:latin typeface="+mj-lt"/>
              </a:rPr>
              <a:t>no shutdown</a:t>
            </a:r>
          </a:p>
          <a:p>
            <a:pPr>
              <a:lnSpc>
                <a:spcPct val="150000"/>
              </a:lnSpc>
              <a:buNone/>
            </a:pPr>
            <a:r>
              <a:rPr lang="en-US" sz="2400" dirty="0">
                <a:latin typeface="+mj-lt"/>
              </a:rPr>
              <a:t>because loopback interfaces are enabled </a:t>
            </a:r>
            <a:br>
              <a:rPr lang="en-US" sz="2400" dirty="0">
                <a:latin typeface="+mj-lt"/>
              </a:rPr>
            </a:br>
            <a:r>
              <a:rPr lang="en-US" sz="2400" dirty="0">
                <a:latin typeface="+mj-lt"/>
              </a:rPr>
              <a:t>when created.</a:t>
            </a:r>
          </a:p>
          <a:p>
            <a:pPr>
              <a:lnSpc>
                <a:spcPct val="150000"/>
              </a:lnSpc>
              <a:buNone/>
            </a:pPr>
            <a:r>
              <a:rPr lang="en-US" sz="2400" dirty="0">
                <a:latin typeface="+mj-lt"/>
              </a:rPr>
              <a:t>What exactly is a loopback?</a:t>
            </a:r>
          </a:p>
          <a:p>
            <a:pPr>
              <a:lnSpc>
                <a:spcPct val="150000"/>
              </a:lnSpc>
              <a:buNone/>
            </a:pPr>
            <a:r>
              <a:rPr lang="en-US" sz="2400" dirty="0">
                <a:latin typeface="+mj-lt"/>
              </a:rPr>
              <a:t>It is a virtual interface.</a:t>
            </a:r>
          </a:p>
          <a:p>
            <a:pPr>
              <a:lnSpc>
                <a:spcPct val="150000"/>
              </a:lnSpc>
              <a:buNone/>
            </a:pPr>
            <a:r>
              <a:rPr lang="en-US" sz="2400" dirty="0">
                <a:latin typeface="+mj-lt"/>
              </a:rPr>
              <a:t>There is no physical cable and no extra device.</a:t>
            </a:r>
          </a:p>
          <a:p>
            <a:pPr>
              <a:lnSpc>
                <a:spcPct val="150000"/>
              </a:lnSpc>
              <a:buNone/>
            </a:pPr>
            <a:r>
              <a:rPr lang="en-US" sz="2400" dirty="0">
                <a:latin typeface="+mj-lt"/>
              </a:rPr>
              <a:t>Here we use it to simulate another LAN/network attached to R1.</a:t>
            </a:r>
          </a:p>
        </p:txBody>
      </p:sp>
      <p:pic>
        <p:nvPicPr>
          <p:cNvPr id="7" name="Picture 6">
            <a:extLst>
              <a:ext uri="{FF2B5EF4-FFF2-40B4-BE49-F238E27FC236}">
                <a16:creationId xmlns:a16="http://schemas.microsoft.com/office/drawing/2014/main" id="{DC95D174-B3E1-5ABF-365C-F291FEA937B2}"/>
              </a:ext>
            </a:extLst>
          </p:cNvPr>
          <p:cNvPicPr>
            <a:picLocks noChangeAspect="1"/>
          </p:cNvPicPr>
          <p:nvPr/>
        </p:nvPicPr>
        <p:blipFill>
          <a:blip r:embed="rId2"/>
          <a:srcRect l="26463" t="3062" r="26667" b="11481"/>
          <a:stretch>
            <a:fillRect/>
          </a:stretch>
        </p:blipFill>
        <p:spPr>
          <a:xfrm>
            <a:off x="5638800" y="2254752"/>
            <a:ext cx="3522522" cy="3612648"/>
          </a:xfrm>
          <a:prstGeom prst="rect">
            <a:avLst/>
          </a:prstGeom>
          <a:ln>
            <a:solidFill>
              <a:srgbClr val="7030A0"/>
            </a:solidFill>
          </a:ln>
        </p:spPr>
      </p:pic>
    </p:spTree>
    <p:extLst>
      <p:ext uri="{BB962C8B-B14F-4D97-AF65-F5344CB8AC3E}">
        <p14:creationId xmlns:p14="http://schemas.microsoft.com/office/powerpoint/2010/main" val="414812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fade">
                                      <p:cBhvr>
                                        <p:cTn id="7" dur="1000"/>
                                        <p:tgtEl>
                                          <p:spTgt spid="5">
                                            <p:txEl>
                                              <p:pRg st="7" end="7"/>
                                            </p:txEl>
                                          </p:spTgt>
                                        </p:tgtEl>
                                      </p:cBhvr>
                                    </p:animEffect>
                                    <p:anim calcmode="lin" valueType="num">
                                      <p:cBhvr>
                                        <p:cTn id="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8" end="8"/>
                                            </p:txEl>
                                          </p:spTgt>
                                        </p:tgtEl>
                                        <p:attrNameLst>
                                          <p:attrName>style.visibility</p:attrName>
                                        </p:attrNameLst>
                                      </p:cBhvr>
                                      <p:to>
                                        <p:strVal val="visible"/>
                                      </p:to>
                                    </p:set>
                                    <p:animEffect transition="in" filter="fade">
                                      <p:cBhvr>
                                        <p:cTn id="12" dur="1000"/>
                                        <p:tgtEl>
                                          <p:spTgt spid="5">
                                            <p:txEl>
                                              <p:pRg st="8" end="8"/>
                                            </p:txEl>
                                          </p:spTgt>
                                        </p:tgtEl>
                                      </p:cBhvr>
                                    </p:animEffect>
                                    <p:anim calcmode="lin" valueType="num">
                                      <p:cBhvr>
                                        <p:cTn id="1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8" end="8"/>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animEffect transition="in" filter="fade">
                                      <p:cBhvr>
                                        <p:cTn id="17" dur="1000"/>
                                        <p:tgtEl>
                                          <p:spTgt spid="5">
                                            <p:txEl>
                                              <p:pRg st="9" end="9"/>
                                            </p:txEl>
                                          </p:spTgt>
                                        </p:tgtEl>
                                      </p:cBhvr>
                                    </p:animEffect>
                                    <p:anim calcmode="lin" valueType="num">
                                      <p:cBhvr>
                                        <p:cTn id="18"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FFDE-7BAE-8A19-54AC-E8CF5066007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B0D78DB-3B3B-C3ED-7B31-4D4F4098570B}"/>
              </a:ext>
            </a:extLst>
          </p:cNvPr>
          <p:cNvPicPr>
            <a:picLocks noChangeAspect="1"/>
          </p:cNvPicPr>
          <p:nvPr/>
        </p:nvPicPr>
        <p:blipFill>
          <a:blip r:embed="rId2"/>
          <a:srcRect l="26463" t="3062" r="26667" b="11481"/>
          <a:stretch>
            <a:fillRect/>
          </a:stretch>
        </p:blipFill>
        <p:spPr>
          <a:xfrm>
            <a:off x="5874842" y="3505200"/>
            <a:ext cx="3269157" cy="3352800"/>
          </a:xfrm>
          <a:prstGeom prst="rect">
            <a:avLst/>
          </a:prstGeom>
          <a:ln>
            <a:solidFill>
              <a:srgbClr val="7030A0"/>
            </a:solidFill>
          </a:ln>
        </p:spPr>
      </p:pic>
      <p:sp>
        <p:nvSpPr>
          <p:cNvPr id="3" name="object 3">
            <a:extLst>
              <a:ext uri="{FF2B5EF4-FFF2-40B4-BE49-F238E27FC236}">
                <a16:creationId xmlns:a16="http://schemas.microsoft.com/office/drawing/2014/main" id="{9FE06F91-305A-B1BD-DD18-8D801A51DB82}"/>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E0B6D498-2BDF-61C4-82C7-B9998E42BA1A}"/>
              </a:ext>
            </a:extLst>
          </p:cNvPr>
          <p:cNvSpPr txBox="1"/>
          <p:nvPr/>
        </p:nvSpPr>
        <p:spPr>
          <a:xfrm>
            <a:off x="7434" y="411714"/>
            <a:ext cx="8981768" cy="3257174"/>
          </a:xfrm>
          <a:prstGeom prst="rect">
            <a:avLst/>
          </a:prstGeom>
          <a:noFill/>
        </p:spPr>
        <p:txBody>
          <a:bodyPr wrap="square">
            <a:spAutoFit/>
          </a:bodyPr>
          <a:lstStyle/>
          <a:p>
            <a:pPr>
              <a:lnSpc>
                <a:spcPct val="150000"/>
              </a:lnSpc>
              <a:buNone/>
            </a:pPr>
            <a:r>
              <a:rPr lang="en-US" sz="2800" b="1" dirty="0">
                <a:latin typeface="+mj-lt"/>
              </a:rPr>
              <a:t>Step 7 — Create Loopback 1</a:t>
            </a:r>
          </a:p>
          <a:p>
            <a:pPr>
              <a:lnSpc>
                <a:spcPct val="150000"/>
              </a:lnSpc>
              <a:buNone/>
            </a:pPr>
            <a:r>
              <a:rPr lang="en-US" sz="2800" dirty="0">
                <a:latin typeface="+mj-lt"/>
              </a:rPr>
              <a:t>Enter:</a:t>
            </a:r>
          </a:p>
          <a:p>
            <a:pPr rtl="0">
              <a:lnSpc>
                <a:spcPct val="150000"/>
              </a:lnSpc>
              <a:buNone/>
            </a:pPr>
            <a:r>
              <a:rPr lang="en-US" sz="2800" dirty="0">
                <a:latin typeface="+mj-lt"/>
              </a:rPr>
              <a:t>interface loopback 1</a:t>
            </a:r>
          </a:p>
          <a:p>
            <a:pPr>
              <a:lnSpc>
                <a:spcPct val="150000"/>
              </a:lnSpc>
              <a:buNone/>
            </a:pPr>
            <a:r>
              <a:rPr lang="en-US" sz="2800" dirty="0">
                <a:latin typeface="+mj-lt"/>
              </a:rPr>
              <a:t>Then:</a:t>
            </a:r>
          </a:p>
          <a:p>
            <a:pPr rtl="0">
              <a:lnSpc>
                <a:spcPct val="150000"/>
              </a:lnSpc>
              <a:buNone/>
            </a:pPr>
            <a:r>
              <a:rPr lang="en-US" sz="2800" dirty="0" err="1">
                <a:latin typeface="+mj-lt"/>
              </a:rPr>
              <a:t>ip</a:t>
            </a:r>
            <a:r>
              <a:rPr lang="en-US" sz="2800" dirty="0">
                <a:latin typeface="+mj-lt"/>
              </a:rPr>
              <a:t> address 192.168.0.97 255.255.255.224</a:t>
            </a:r>
          </a:p>
        </p:txBody>
      </p:sp>
    </p:spTree>
    <p:extLst>
      <p:ext uri="{BB962C8B-B14F-4D97-AF65-F5344CB8AC3E}">
        <p14:creationId xmlns:p14="http://schemas.microsoft.com/office/powerpoint/2010/main" val="15283185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99157-F6E2-0DB1-6347-2001E89B1DA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E65AD32-7F67-8C9C-136B-F911EE45280F}"/>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5" name="Picture 4">
            <a:extLst>
              <a:ext uri="{FF2B5EF4-FFF2-40B4-BE49-F238E27FC236}">
                <a16:creationId xmlns:a16="http://schemas.microsoft.com/office/drawing/2014/main" id="{FE7EC860-283C-CEA0-54D4-F02D950966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55" y="990600"/>
            <a:ext cx="8915400" cy="5943600"/>
          </a:xfrm>
          <a:prstGeom prst="rect">
            <a:avLst/>
          </a:prstGeom>
        </p:spPr>
      </p:pic>
    </p:spTree>
    <p:extLst>
      <p:ext uri="{BB962C8B-B14F-4D97-AF65-F5344CB8AC3E}">
        <p14:creationId xmlns:p14="http://schemas.microsoft.com/office/powerpoint/2010/main" val="611412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DCEC-2B5F-2494-A78E-0E9B3010D74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A789B5A-18D9-C896-4D18-83227F12CE0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706E3266-4064-A1C6-5F50-C742F27AE52C}"/>
              </a:ext>
            </a:extLst>
          </p:cNvPr>
          <p:cNvSpPr txBox="1"/>
          <p:nvPr/>
        </p:nvSpPr>
        <p:spPr>
          <a:xfrm>
            <a:off x="0" y="322544"/>
            <a:ext cx="8981768" cy="6687856"/>
          </a:xfrm>
          <a:prstGeom prst="rect">
            <a:avLst/>
          </a:prstGeom>
          <a:noFill/>
        </p:spPr>
        <p:txBody>
          <a:bodyPr wrap="square">
            <a:spAutoFit/>
          </a:bodyPr>
          <a:lstStyle/>
          <a:p>
            <a:pPr>
              <a:lnSpc>
                <a:spcPct val="150000"/>
              </a:lnSpc>
              <a:buNone/>
            </a:pPr>
            <a:r>
              <a:rPr lang="en-US" sz="2400" b="1" dirty="0">
                <a:latin typeface="+mj-lt"/>
              </a:rPr>
              <a:t>Step 8 — Verify before continuing</a:t>
            </a:r>
          </a:p>
          <a:p>
            <a:pPr>
              <a:lnSpc>
                <a:spcPct val="150000"/>
              </a:lnSpc>
              <a:buNone/>
            </a:pPr>
            <a:r>
              <a:rPr lang="en-US" sz="2200" dirty="0">
                <a:latin typeface="+mj-lt"/>
              </a:rPr>
              <a:t>Enter: end</a:t>
            </a:r>
          </a:p>
          <a:p>
            <a:pPr>
              <a:lnSpc>
                <a:spcPct val="150000"/>
              </a:lnSpc>
              <a:buNone/>
            </a:pPr>
            <a:r>
              <a:rPr lang="en-US" sz="2200" dirty="0">
                <a:latin typeface="+mj-lt"/>
              </a:rPr>
              <a:t>Then: show </a:t>
            </a:r>
            <a:r>
              <a:rPr lang="en-US" sz="2200" dirty="0" err="1">
                <a:latin typeface="+mj-lt"/>
              </a:rPr>
              <a:t>ip</a:t>
            </a:r>
            <a:r>
              <a:rPr lang="en-US" sz="2200" dirty="0">
                <a:latin typeface="+mj-lt"/>
              </a:rPr>
              <a:t> interface brief</a:t>
            </a:r>
          </a:p>
          <a:p>
            <a:pPr>
              <a:lnSpc>
                <a:spcPct val="150000"/>
              </a:lnSpc>
              <a:buNone/>
            </a:pPr>
            <a:r>
              <a:rPr lang="en-US" sz="2200" dirty="0">
                <a:latin typeface="+mj-lt"/>
              </a:rPr>
              <a:t>Look for something similar to:</a:t>
            </a:r>
          </a:p>
          <a:p>
            <a:pPr rtl="0">
              <a:lnSpc>
                <a:spcPct val="150000"/>
              </a:lnSpc>
              <a:buNone/>
            </a:pPr>
            <a:r>
              <a:rPr lang="en-US" sz="2200" dirty="0">
                <a:highlight>
                  <a:srgbClr val="FFFF00"/>
                </a:highlight>
                <a:latin typeface="+mj-lt"/>
              </a:rPr>
              <a:t>Interface              IP-Address</a:t>
            </a:r>
          </a:p>
          <a:p>
            <a:pPr rtl="0">
              <a:lnSpc>
                <a:spcPct val="150000"/>
              </a:lnSpc>
              <a:buNone/>
            </a:pPr>
            <a:r>
              <a:rPr lang="en-US" sz="2200" dirty="0">
                <a:highlight>
                  <a:srgbClr val="FFFF00"/>
                </a:highlight>
                <a:latin typeface="+mj-lt"/>
              </a:rPr>
              <a:t>GigabitEthernet0/0      192.168.0.1</a:t>
            </a:r>
          </a:p>
          <a:p>
            <a:pPr rtl="0">
              <a:lnSpc>
                <a:spcPct val="150000"/>
              </a:lnSpc>
              <a:buNone/>
            </a:pPr>
            <a:r>
              <a:rPr lang="en-US" sz="2200" dirty="0">
                <a:highlight>
                  <a:srgbClr val="FFFF00"/>
                </a:highlight>
                <a:latin typeface="+mj-lt"/>
              </a:rPr>
              <a:t>GigabitEthernet0/1      192.168.0.33</a:t>
            </a:r>
          </a:p>
          <a:p>
            <a:pPr rtl="0">
              <a:lnSpc>
                <a:spcPct val="150000"/>
              </a:lnSpc>
              <a:buNone/>
            </a:pPr>
            <a:r>
              <a:rPr lang="en-US" sz="2200" dirty="0">
                <a:highlight>
                  <a:srgbClr val="FFFF00"/>
                </a:highlight>
                <a:latin typeface="+mj-lt"/>
              </a:rPr>
              <a:t>Loopback0               192.168.0.65</a:t>
            </a:r>
          </a:p>
          <a:p>
            <a:pPr rtl="0">
              <a:lnSpc>
                <a:spcPct val="150000"/>
              </a:lnSpc>
              <a:buNone/>
            </a:pPr>
            <a:r>
              <a:rPr lang="en-US" sz="2200" dirty="0">
                <a:highlight>
                  <a:srgbClr val="FFFF00"/>
                </a:highlight>
                <a:latin typeface="+mj-lt"/>
              </a:rPr>
              <a:t>Loopback1               192.168.0.97</a:t>
            </a:r>
          </a:p>
          <a:p>
            <a:pPr>
              <a:lnSpc>
                <a:spcPct val="150000"/>
              </a:lnSpc>
              <a:buNone/>
            </a:pPr>
            <a:r>
              <a:rPr lang="en-US" sz="2200" dirty="0">
                <a:latin typeface="+mj-lt"/>
              </a:rPr>
              <a:t>For the active interfaces, we ultimately want to see:</a:t>
            </a:r>
          </a:p>
          <a:p>
            <a:pPr rtl="0">
              <a:lnSpc>
                <a:spcPct val="150000"/>
              </a:lnSpc>
              <a:buNone/>
            </a:pPr>
            <a:r>
              <a:rPr lang="en-US" sz="2200" dirty="0">
                <a:highlight>
                  <a:srgbClr val="FFFF00"/>
                </a:highlight>
                <a:latin typeface="+mj-lt"/>
              </a:rPr>
              <a:t>Status       Protocol</a:t>
            </a:r>
          </a:p>
          <a:p>
            <a:pPr rtl="0">
              <a:lnSpc>
                <a:spcPct val="150000"/>
              </a:lnSpc>
              <a:buNone/>
            </a:pPr>
            <a:r>
              <a:rPr lang="en-US" sz="2200" dirty="0">
                <a:highlight>
                  <a:srgbClr val="FFFF00"/>
                </a:highlight>
                <a:latin typeface="+mj-lt"/>
              </a:rPr>
              <a:t>up           </a:t>
            </a:r>
            <a:r>
              <a:rPr lang="en-US" sz="2200" dirty="0" err="1">
                <a:highlight>
                  <a:srgbClr val="FFFF00"/>
                </a:highlight>
                <a:latin typeface="+mj-lt"/>
              </a:rPr>
              <a:t>up</a:t>
            </a:r>
            <a:endParaRPr lang="en-US" sz="2200" dirty="0">
              <a:highlight>
                <a:srgbClr val="FFFF00"/>
              </a:highlight>
              <a:latin typeface="+mj-lt"/>
            </a:endParaRPr>
          </a:p>
          <a:p>
            <a:pPr>
              <a:lnSpc>
                <a:spcPct val="150000"/>
              </a:lnSpc>
              <a:buNone/>
            </a:pPr>
            <a:r>
              <a:rPr lang="en-US" sz="2200" dirty="0">
                <a:latin typeface="+mj-lt"/>
              </a:rPr>
              <a:t>This command is extremely useful for troubleshooting.</a:t>
            </a:r>
          </a:p>
        </p:txBody>
      </p:sp>
      <p:pic>
        <p:nvPicPr>
          <p:cNvPr id="8" name="Picture 7">
            <a:extLst>
              <a:ext uri="{FF2B5EF4-FFF2-40B4-BE49-F238E27FC236}">
                <a16:creationId xmlns:a16="http://schemas.microsoft.com/office/drawing/2014/main" id="{21425746-B240-BE6D-A0E7-0431EE5A0D06}"/>
              </a:ext>
            </a:extLst>
          </p:cNvPr>
          <p:cNvPicPr>
            <a:picLocks noChangeAspect="1"/>
          </p:cNvPicPr>
          <p:nvPr/>
        </p:nvPicPr>
        <p:blipFill>
          <a:blip r:embed="rId2"/>
          <a:srcRect l="26463" t="3279" r="26667" b="15926"/>
          <a:stretch>
            <a:fillRect/>
          </a:stretch>
        </p:blipFill>
        <p:spPr>
          <a:xfrm>
            <a:off x="4822903" y="990600"/>
            <a:ext cx="4285785" cy="4155688"/>
          </a:xfrm>
          <a:prstGeom prst="rect">
            <a:avLst/>
          </a:prstGeom>
          <a:ln>
            <a:solidFill>
              <a:srgbClr val="7030A0"/>
            </a:solidFill>
          </a:ln>
        </p:spPr>
      </p:pic>
    </p:spTree>
    <p:extLst>
      <p:ext uri="{BB962C8B-B14F-4D97-AF65-F5344CB8AC3E}">
        <p14:creationId xmlns:p14="http://schemas.microsoft.com/office/powerpoint/2010/main" val="11707972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DA77D-7069-19EF-EB6A-7761001B01F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3AAAC0C-74A4-D4BD-C6FB-FE9CFAC0F38E}"/>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2B2ECF92-5A06-EA7B-9876-8C37954C0A47}"/>
              </a:ext>
            </a:extLst>
          </p:cNvPr>
          <p:cNvSpPr txBox="1"/>
          <p:nvPr/>
        </p:nvSpPr>
        <p:spPr>
          <a:xfrm>
            <a:off x="0" y="457201"/>
            <a:ext cx="8981768" cy="5196166"/>
          </a:xfrm>
          <a:prstGeom prst="rect">
            <a:avLst/>
          </a:prstGeom>
          <a:noFill/>
        </p:spPr>
        <p:txBody>
          <a:bodyPr wrap="square">
            <a:spAutoFit/>
          </a:bodyPr>
          <a:lstStyle/>
          <a:p>
            <a:pPr>
              <a:lnSpc>
                <a:spcPct val="150000"/>
              </a:lnSpc>
              <a:buNone/>
            </a:pPr>
            <a:r>
              <a:rPr lang="en-US" sz="2800" b="1" dirty="0">
                <a:latin typeface="+mj-lt"/>
              </a:rPr>
              <a:t>Step 9 — Save your work</a:t>
            </a:r>
          </a:p>
          <a:p>
            <a:pPr>
              <a:lnSpc>
                <a:spcPct val="150000"/>
              </a:lnSpc>
              <a:buNone/>
            </a:pPr>
            <a:r>
              <a:rPr lang="en-US" sz="2800" dirty="0">
                <a:latin typeface="+mj-lt"/>
              </a:rPr>
              <a:t>Enter:</a:t>
            </a:r>
          </a:p>
          <a:p>
            <a:pPr rtl="0">
              <a:lnSpc>
                <a:spcPct val="150000"/>
              </a:lnSpc>
              <a:buNone/>
            </a:pPr>
            <a:r>
              <a:rPr lang="en-US" sz="2800" dirty="0">
                <a:latin typeface="+mj-lt"/>
              </a:rPr>
              <a:t>copy running-config startup-config</a:t>
            </a:r>
          </a:p>
          <a:p>
            <a:pPr>
              <a:lnSpc>
                <a:spcPct val="150000"/>
              </a:lnSpc>
              <a:buNone/>
            </a:pPr>
            <a:r>
              <a:rPr lang="en-US" sz="2800" dirty="0">
                <a:latin typeface="+mj-lt"/>
              </a:rPr>
              <a:t>Press </a:t>
            </a:r>
            <a:r>
              <a:rPr lang="en-US" sz="2800" dirty="0">
                <a:highlight>
                  <a:srgbClr val="FFFF00"/>
                </a:highlight>
                <a:latin typeface="+mj-lt"/>
              </a:rPr>
              <a:t>Enter</a:t>
            </a:r>
            <a:r>
              <a:rPr lang="en-US" sz="2800" dirty="0">
                <a:latin typeface="+mj-lt"/>
              </a:rPr>
              <a:t> when prompted for the destination filename.</a:t>
            </a:r>
          </a:p>
          <a:p>
            <a:pPr>
              <a:lnSpc>
                <a:spcPct val="150000"/>
              </a:lnSpc>
              <a:buNone/>
            </a:pPr>
            <a:r>
              <a:rPr lang="en-US" sz="2800" b="1" dirty="0">
                <a:latin typeface="+mj-lt"/>
              </a:rPr>
              <a:t>Why?</a:t>
            </a:r>
          </a:p>
          <a:p>
            <a:pPr>
              <a:lnSpc>
                <a:spcPct val="150000"/>
              </a:lnSpc>
              <a:buNone/>
            </a:pPr>
            <a:r>
              <a:rPr lang="en-US" sz="2800" dirty="0">
                <a:latin typeface="+mj-lt"/>
              </a:rPr>
              <a:t>Think of:</a:t>
            </a:r>
          </a:p>
          <a:p>
            <a:pPr rtl="0">
              <a:lnSpc>
                <a:spcPct val="150000"/>
              </a:lnSpc>
              <a:buNone/>
            </a:pPr>
            <a:r>
              <a:rPr lang="en-US" sz="2800" dirty="0">
                <a:latin typeface="+mj-lt"/>
              </a:rPr>
              <a:t>running-config</a:t>
            </a:r>
          </a:p>
          <a:p>
            <a:pPr>
              <a:lnSpc>
                <a:spcPct val="150000"/>
              </a:lnSpc>
              <a:buNone/>
            </a:pPr>
            <a:r>
              <a:rPr lang="en-US" sz="2800" dirty="0">
                <a:latin typeface="+mj-lt"/>
              </a:rPr>
              <a:t>as what the router is using right now.</a:t>
            </a:r>
          </a:p>
        </p:txBody>
      </p:sp>
      <p:pic>
        <p:nvPicPr>
          <p:cNvPr id="7" name="Picture 6">
            <a:extLst>
              <a:ext uri="{FF2B5EF4-FFF2-40B4-BE49-F238E27FC236}">
                <a16:creationId xmlns:a16="http://schemas.microsoft.com/office/drawing/2014/main" id="{8FF0A619-CC6D-B4D8-4BE4-DFCCB5763DDA}"/>
              </a:ext>
            </a:extLst>
          </p:cNvPr>
          <p:cNvPicPr>
            <a:picLocks noChangeAspect="1"/>
          </p:cNvPicPr>
          <p:nvPr/>
        </p:nvPicPr>
        <p:blipFill>
          <a:blip r:embed="rId2"/>
          <a:srcRect l="26707" t="2845" r="26667" b="17407"/>
          <a:stretch>
            <a:fillRect/>
          </a:stretch>
        </p:blipFill>
        <p:spPr>
          <a:xfrm>
            <a:off x="5431893" y="3276599"/>
            <a:ext cx="3689805" cy="3549869"/>
          </a:xfrm>
          <a:prstGeom prst="rect">
            <a:avLst/>
          </a:prstGeom>
          <a:ln>
            <a:solidFill>
              <a:srgbClr val="7030A0"/>
            </a:solidFill>
          </a:ln>
        </p:spPr>
      </p:pic>
    </p:spTree>
    <p:extLst>
      <p:ext uri="{BB962C8B-B14F-4D97-AF65-F5344CB8AC3E}">
        <p14:creationId xmlns:p14="http://schemas.microsoft.com/office/powerpoint/2010/main" val="1809044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59E45-D4A8-9609-0611-CB803C1DB83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674DF09-4BD4-FF33-D7F6-8EEE5AC7B466}"/>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5" name="TextBox 4">
            <a:extLst>
              <a:ext uri="{FF2B5EF4-FFF2-40B4-BE49-F238E27FC236}">
                <a16:creationId xmlns:a16="http://schemas.microsoft.com/office/drawing/2014/main" id="{35EBCEB2-C69B-1389-A603-428C6CBE382C}"/>
              </a:ext>
            </a:extLst>
          </p:cNvPr>
          <p:cNvSpPr txBox="1"/>
          <p:nvPr/>
        </p:nvSpPr>
        <p:spPr>
          <a:xfrm>
            <a:off x="0" y="457201"/>
            <a:ext cx="8981768" cy="3257174"/>
          </a:xfrm>
          <a:prstGeom prst="rect">
            <a:avLst/>
          </a:prstGeom>
          <a:noFill/>
        </p:spPr>
        <p:txBody>
          <a:bodyPr wrap="square">
            <a:spAutoFit/>
          </a:bodyPr>
          <a:lstStyle/>
          <a:p>
            <a:pPr>
              <a:lnSpc>
                <a:spcPct val="150000"/>
              </a:lnSpc>
              <a:buNone/>
            </a:pPr>
            <a:r>
              <a:rPr lang="en-US" sz="2800" dirty="0">
                <a:latin typeface="+mj-lt"/>
              </a:rPr>
              <a:t>And:</a:t>
            </a:r>
          </a:p>
          <a:p>
            <a:pPr rtl="0">
              <a:lnSpc>
                <a:spcPct val="150000"/>
              </a:lnSpc>
              <a:buNone/>
            </a:pPr>
            <a:r>
              <a:rPr lang="en-US" sz="2800" dirty="0">
                <a:latin typeface="+mj-lt"/>
              </a:rPr>
              <a:t>startup-config</a:t>
            </a:r>
          </a:p>
          <a:p>
            <a:pPr>
              <a:lnSpc>
                <a:spcPct val="150000"/>
              </a:lnSpc>
              <a:buNone/>
            </a:pPr>
            <a:r>
              <a:rPr lang="en-US" sz="2800" dirty="0">
                <a:latin typeface="+mj-lt"/>
              </a:rPr>
              <a:t>as what the router should load when it starts again.</a:t>
            </a:r>
          </a:p>
          <a:p>
            <a:pPr>
              <a:lnSpc>
                <a:spcPct val="150000"/>
              </a:lnSpc>
              <a:buNone/>
            </a:pPr>
            <a:r>
              <a:rPr lang="en-US" sz="2800" dirty="0">
                <a:latin typeface="+mj-lt"/>
              </a:rPr>
              <a:t>So saving protects our </a:t>
            </a:r>
            <a:br>
              <a:rPr lang="en-US" sz="2800" dirty="0">
                <a:latin typeface="+mj-lt"/>
              </a:rPr>
            </a:br>
            <a:r>
              <a:rPr lang="en-US" sz="2800" dirty="0">
                <a:latin typeface="+mj-lt"/>
              </a:rPr>
              <a:t>configuration.</a:t>
            </a:r>
          </a:p>
        </p:txBody>
      </p:sp>
      <p:pic>
        <p:nvPicPr>
          <p:cNvPr id="4" name="Picture 3">
            <a:extLst>
              <a:ext uri="{FF2B5EF4-FFF2-40B4-BE49-F238E27FC236}">
                <a16:creationId xmlns:a16="http://schemas.microsoft.com/office/drawing/2014/main" id="{CD2AC7A5-D32D-8977-17A8-D8D0BA831895}"/>
              </a:ext>
            </a:extLst>
          </p:cNvPr>
          <p:cNvPicPr>
            <a:picLocks noChangeAspect="1"/>
          </p:cNvPicPr>
          <p:nvPr/>
        </p:nvPicPr>
        <p:blipFill>
          <a:blip r:embed="rId2"/>
          <a:srcRect l="26342" t="3496" r="26667" b="12963"/>
          <a:stretch>
            <a:fillRect/>
          </a:stretch>
        </p:blipFill>
        <p:spPr>
          <a:xfrm>
            <a:off x="4834053" y="2512805"/>
            <a:ext cx="4296937" cy="4296937"/>
          </a:xfrm>
          <a:prstGeom prst="rect">
            <a:avLst/>
          </a:prstGeom>
          <a:ln>
            <a:solidFill>
              <a:srgbClr val="7030A0"/>
            </a:solidFill>
          </a:ln>
        </p:spPr>
      </p:pic>
    </p:spTree>
    <p:extLst>
      <p:ext uri="{BB962C8B-B14F-4D97-AF65-F5344CB8AC3E}">
        <p14:creationId xmlns:p14="http://schemas.microsoft.com/office/powerpoint/2010/main" val="26887303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248C5-8CB9-11BE-0461-BB506D21996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52ED908-5EA8-6268-33A0-949856E8181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EB248C3F-4F7E-A8FE-7766-61E5E6CDFF9A}"/>
              </a:ext>
            </a:extLst>
          </p:cNvPr>
          <p:cNvSpPr txBox="1"/>
          <p:nvPr/>
        </p:nvSpPr>
        <p:spPr>
          <a:xfrm>
            <a:off x="0" y="533400"/>
            <a:ext cx="8981768" cy="6138604"/>
          </a:xfrm>
          <a:prstGeom prst="rect">
            <a:avLst/>
          </a:prstGeom>
          <a:noFill/>
        </p:spPr>
        <p:txBody>
          <a:bodyPr wrap="square">
            <a:spAutoFit/>
          </a:bodyPr>
          <a:lstStyle/>
          <a:p>
            <a:pPr>
              <a:lnSpc>
                <a:spcPct val="150000"/>
              </a:lnSpc>
              <a:buNone/>
            </a:pPr>
            <a:r>
              <a:rPr lang="en-US" sz="2400" b="1" dirty="0">
                <a:latin typeface="+mj-lt"/>
              </a:rPr>
              <a:t>Stop Point — Now Students Take Over</a:t>
            </a:r>
          </a:p>
          <a:p>
            <a:pPr>
              <a:lnSpc>
                <a:spcPct val="150000"/>
              </a:lnSpc>
              <a:buNone/>
            </a:pPr>
            <a:r>
              <a:rPr lang="en-US" sz="2000" dirty="0">
                <a:latin typeface="+mj-lt"/>
              </a:rPr>
              <a:t>At this point, we have completed roughly two-thirds of the lab together.</a:t>
            </a:r>
          </a:p>
          <a:p>
            <a:pPr>
              <a:lnSpc>
                <a:spcPct val="150000"/>
              </a:lnSpc>
              <a:buNone/>
            </a:pPr>
            <a:r>
              <a:rPr lang="en-US" sz="2000" dirty="0">
                <a:latin typeface="+mj-lt"/>
              </a:rPr>
              <a:t>You now know how to:</a:t>
            </a:r>
          </a:p>
          <a:p>
            <a:pPr rtl="0">
              <a:lnSpc>
                <a:spcPct val="150000"/>
              </a:lnSpc>
              <a:buNone/>
            </a:pPr>
            <a:r>
              <a:rPr lang="en-US" sz="2000" dirty="0">
                <a:latin typeface="+mj-lt"/>
              </a:rPr>
              <a:t>✓ Build a topology</a:t>
            </a:r>
          </a:p>
          <a:p>
            <a:pPr rtl="0">
              <a:lnSpc>
                <a:spcPct val="150000"/>
              </a:lnSpc>
              <a:buNone/>
            </a:pPr>
            <a:r>
              <a:rPr lang="en-US" sz="2000" dirty="0">
                <a:latin typeface="+mj-lt"/>
              </a:rPr>
              <a:t>✓ Select Ethernet interfaces</a:t>
            </a:r>
          </a:p>
          <a:p>
            <a:pPr rtl="0">
              <a:lnSpc>
                <a:spcPct val="150000"/>
              </a:lnSpc>
              <a:buNone/>
            </a:pPr>
            <a:r>
              <a:rPr lang="en-US" sz="2000" dirty="0">
                <a:latin typeface="+mj-lt"/>
              </a:rPr>
              <a:t>✓ Calculate the required prefix</a:t>
            </a:r>
          </a:p>
          <a:p>
            <a:pPr rtl="0">
              <a:lnSpc>
                <a:spcPct val="150000"/>
              </a:lnSpc>
              <a:buNone/>
            </a:pPr>
            <a:r>
              <a:rPr lang="en-US" sz="2000" dirty="0">
                <a:latin typeface="+mj-lt"/>
              </a:rPr>
              <a:t>✓ Determine subnet ranges</a:t>
            </a:r>
          </a:p>
          <a:p>
            <a:pPr rtl="0">
              <a:lnSpc>
                <a:spcPct val="150000"/>
              </a:lnSpc>
              <a:buNone/>
            </a:pPr>
            <a:r>
              <a:rPr lang="en-US" sz="2000" dirty="0">
                <a:latin typeface="+mj-lt"/>
              </a:rPr>
              <a:t>✓ Allocate IP addresses</a:t>
            </a:r>
          </a:p>
          <a:p>
            <a:pPr rtl="0">
              <a:lnSpc>
                <a:spcPct val="150000"/>
              </a:lnSpc>
              <a:buNone/>
            </a:pPr>
            <a:r>
              <a:rPr lang="en-US" sz="2000" dirty="0">
                <a:latin typeface="+mj-lt"/>
              </a:rPr>
              <a:t>✓ Configure router interfaces</a:t>
            </a:r>
          </a:p>
          <a:p>
            <a:pPr rtl="0">
              <a:lnSpc>
                <a:spcPct val="150000"/>
              </a:lnSpc>
              <a:buNone/>
            </a:pPr>
            <a:r>
              <a:rPr lang="en-US" sz="2000" dirty="0">
                <a:latin typeface="+mj-lt"/>
              </a:rPr>
              <a:t>✓ Create loopback interfaces</a:t>
            </a:r>
          </a:p>
          <a:p>
            <a:pPr rtl="0">
              <a:lnSpc>
                <a:spcPct val="150000"/>
              </a:lnSpc>
              <a:buNone/>
            </a:pPr>
            <a:r>
              <a:rPr lang="en-US" sz="2000" dirty="0">
                <a:latin typeface="+mj-lt"/>
              </a:rPr>
              <a:t>✓ Verify router interfaces</a:t>
            </a:r>
          </a:p>
          <a:p>
            <a:pPr rtl="0">
              <a:lnSpc>
                <a:spcPct val="150000"/>
              </a:lnSpc>
              <a:buNone/>
            </a:pPr>
            <a:r>
              <a:rPr lang="en-US" sz="2000" dirty="0">
                <a:latin typeface="+mj-lt"/>
              </a:rPr>
              <a:t>✓ Save a configuration</a:t>
            </a:r>
          </a:p>
          <a:p>
            <a:pPr>
              <a:lnSpc>
                <a:spcPct val="150000"/>
              </a:lnSpc>
              <a:buNone/>
            </a:pPr>
            <a:r>
              <a:rPr lang="en-US" sz="2000" dirty="0">
                <a:latin typeface="+mj-lt"/>
              </a:rPr>
              <a:t>So for the remaining tasks, I will give you hints rather than every click and command.</a:t>
            </a:r>
          </a:p>
        </p:txBody>
      </p:sp>
    </p:spTree>
    <p:extLst>
      <p:ext uri="{BB962C8B-B14F-4D97-AF65-F5344CB8AC3E}">
        <p14:creationId xmlns:p14="http://schemas.microsoft.com/office/powerpoint/2010/main" val="3879799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B4DFA-08FB-7DF1-9D85-05A9A087353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B340EC2-D449-CD8C-C1A5-9E2C3FFD117C}"/>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pic>
        <p:nvPicPr>
          <p:cNvPr id="5" name="Picture 4">
            <a:extLst>
              <a:ext uri="{FF2B5EF4-FFF2-40B4-BE49-F238E27FC236}">
                <a16:creationId xmlns:a16="http://schemas.microsoft.com/office/drawing/2014/main" id="{EAEEB6E2-352B-CE28-384B-890AFEC1BE09}"/>
              </a:ext>
            </a:extLst>
          </p:cNvPr>
          <p:cNvPicPr>
            <a:picLocks noChangeAspect="1"/>
          </p:cNvPicPr>
          <p:nvPr/>
        </p:nvPicPr>
        <p:blipFill>
          <a:blip r:embed="rId2">
            <a:extLst>
              <a:ext uri="{28A0092B-C50C-407E-A947-70E740481C1C}">
                <a14:useLocalDpi xmlns:a14="http://schemas.microsoft.com/office/drawing/2010/main" val="0"/>
              </a:ext>
            </a:extLst>
          </a:blip>
          <a:srcRect b="1495"/>
          <a:stretch>
            <a:fillRect/>
          </a:stretch>
        </p:blipFill>
        <p:spPr>
          <a:xfrm>
            <a:off x="0" y="853132"/>
            <a:ext cx="9144000" cy="6004868"/>
          </a:xfrm>
          <a:prstGeom prst="rect">
            <a:avLst/>
          </a:prstGeom>
        </p:spPr>
      </p:pic>
    </p:spTree>
    <p:extLst>
      <p:ext uri="{BB962C8B-B14F-4D97-AF65-F5344CB8AC3E}">
        <p14:creationId xmlns:p14="http://schemas.microsoft.com/office/powerpoint/2010/main" val="1687036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6A52-62A6-CBB4-5FEE-B507A4FE0D4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FBAE696-A383-C5E3-2313-DE9874437D1D}"/>
              </a:ext>
            </a:extLst>
          </p:cNvPr>
          <p:cNvSpPr txBox="1">
            <a:spLocks noGrp="1"/>
          </p:cNvSpPr>
          <p:nvPr>
            <p:ph type="title"/>
          </p:nvPr>
        </p:nvSpPr>
        <p:spPr>
          <a:xfrm>
            <a:off x="0" y="31531"/>
            <a:ext cx="6477000" cy="346729"/>
          </a:xfrm>
          <a:prstGeom prst="rect">
            <a:avLst/>
          </a:prstGeom>
        </p:spPr>
        <p:txBody>
          <a:bodyPr vert="horz" wrap="square" lIns="0" tIns="11906" rIns="0" bIns="0" rtlCol="0">
            <a:spAutoFit/>
          </a:bodyPr>
          <a:lstStyle/>
          <a:p>
            <a:pPr marL="9525">
              <a:spcBef>
                <a:spcPts val="94"/>
              </a:spcBef>
            </a:pPr>
            <a:r>
              <a:rPr lang="en-US" sz="2175" dirty="0"/>
              <a:t>Preparation and Guideline for Lab 4</a:t>
            </a:r>
            <a:endParaRPr sz="2175" dirty="0"/>
          </a:p>
        </p:txBody>
      </p:sp>
      <p:sp>
        <p:nvSpPr>
          <p:cNvPr id="4" name="TextBox 3">
            <a:extLst>
              <a:ext uri="{FF2B5EF4-FFF2-40B4-BE49-F238E27FC236}">
                <a16:creationId xmlns:a16="http://schemas.microsoft.com/office/drawing/2014/main" id="{F558DD9C-20A6-D0A4-1003-47CA524AA1A2}"/>
              </a:ext>
            </a:extLst>
          </p:cNvPr>
          <p:cNvSpPr txBox="1"/>
          <p:nvPr/>
        </p:nvSpPr>
        <p:spPr>
          <a:xfrm>
            <a:off x="0" y="1015503"/>
            <a:ext cx="9144000" cy="5842497"/>
          </a:xfrm>
          <a:prstGeom prst="rect">
            <a:avLst/>
          </a:prstGeom>
          <a:noFill/>
        </p:spPr>
        <p:txBody>
          <a:bodyPr wrap="square">
            <a:spAutoFit/>
          </a:bodyPr>
          <a:lstStyle/>
          <a:p>
            <a:pPr>
              <a:lnSpc>
                <a:spcPct val="150000"/>
              </a:lnSpc>
            </a:pPr>
            <a:r>
              <a:rPr lang="en-US" sz="2800" b="1" dirty="0">
                <a:latin typeface="+mj-lt"/>
              </a:rPr>
              <a:t>We completed selected tasks together.</a:t>
            </a:r>
            <a:r>
              <a:rPr lang="en-US" sz="2800" dirty="0">
                <a:latin typeface="+mj-lt"/>
              </a:rPr>
              <a:t> You have now learned how to design a subnetting scheme from a /24 network, determine the required subnet mask and host ranges, allocate IP addresses to different subnets, build the network topology in Cisco Packet Tracer, and configure router physical and loopback interfaces. You have gained the core skills and knowledge required to complete the remaining PC configuration, connectivity testing, troubleshooting, and reflection activities independently.</a:t>
            </a:r>
          </a:p>
        </p:txBody>
      </p:sp>
    </p:spTree>
    <p:extLst>
      <p:ext uri="{BB962C8B-B14F-4D97-AF65-F5344CB8AC3E}">
        <p14:creationId xmlns:p14="http://schemas.microsoft.com/office/powerpoint/2010/main" val="5065772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B5D31-B76C-FE12-64DA-3CF43631A0D3}"/>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63BD7DE-7686-B0D9-330F-0C1172541F6D}"/>
              </a:ext>
            </a:extLst>
          </p:cNvPr>
          <p:cNvSpPr txBox="1">
            <a:spLocks noGrp="1"/>
          </p:cNvSpPr>
          <p:nvPr>
            <p:ph type="sldNum" sz="quarter" idx="7"/>
          </p:nvPr>
        </p:nvSpPr>
        <p:spPr>
          <a:prstGeom prst="rect">
            <a:avLst/>
          </a:prstGeom>
        </p:spPr>
        <p:txBody>
          <a:bodyPr vert="horz" wrap="square" lIns="0" tIns="476" rIns="0" bIns="0" rtlCol="0">
            <a:spAutoFit/>
          </a:bodyPr>
          <a:lstStyle/>
          <a:p>
            <a:pPr marL="28575" algn="l" defTabSz="685800" rtl="0">
              <a:spcBef>
                <a:spcPts val="4"/>
              </a:spcBef>
            </a:pPr>
            <a:fld id="{81D60167-4931-47E6-BA6A-407CBD079E47}" type="slidenum">
              <a:rPr kern="1200" dirty="0">
                <a:ea typeface="+mn-ea"/>
              </a:rPr>
              <a:pPr marL="28575" algn="l" defTabSz="685800" rtl="0">
                <a:spcBef>
                  <a:spcPts val="4"/>
                </a:spcBef>
              </a:pPr>
              <a:t>59</a:t>
            </a:fld>
            <a:r>
              <a:rPr kern="1200" spc="176" dirty="0">
                <a:ea typeface="+mn-ea"/>
              </a:rPr>
              <a:t> </a:t>
            </a:r>
            <a:r>
              <a:rPr kern="1200" dirty="0">
                <a:ea typeface="+mn-ea"/>
              </a:rPr>
              <a:t>|</a:t>
            </a:r>
            <a:r>
              <a:rPr kern="1200" spc="300" dirty="0">
                <a:ea typeface="+mn-ea"/>
              </a:rPr>
              <a:t> </a:t>
            </a:r>
            <a:r>
              <a:rPr kern="1200" dirty="0">
                <a:ea typeface="+mn-ea"/>
              </a:rPr>
              <a:t>Faculty</a:t>
            </a:r>
            <a:r>
              <a:rPr kern="1200" spc="-11" dirty="0">
                <a:ea typeface="+mn-ea"/>
              </a:rPr>
              <a:t> </a:t>
            </a:r>
            <a:r>
              <a:rPr kern="1200" dirty="0">
                <a:ea typeface="+mn-ea"/>
              </a:rPr>
              <a:t>of</a:t>
            </a:r>
            <a:r>
              <a:rPr kern="1200" spc="-15" dirty="0">
                <a:ea typeface="+mn-ea"/>
              </a:rPr>
              <a:t> </a:t>
            </a:r>
            <a:r>
              <a:rPr kern="1200" dirty="0">
                <a:ea typeface="+mn-ea"/>
              </a:rPr>
              <a:t>Business</a:t>
            </a:r>
            <a:r>
              <a:rPr kern="1200" spc="-15" dirty="0">
                <a:ea typeface="+mn-ea"/>
              </a:rPr>
              <a:t> </a:t>
            </a:r>
            <a:r>
              <a:rPr kern="1200" dirty="0">
                <a:ea typeface="+mn-ea"/>
              </a:rPr>
              <a:t>and</a:t>
            </a:r>
            <a:r>
              <a:rPr kern="1200" spc="-15" dirty="0">
                <a:ea typeface="+mn-ea"/>
              </a:rPr>
              <a:t> </a:t>
            </a:r>
            <a:r>
              <a:rPr kern="1200" dirty="0">
                <a:ea typeface="+mn-ea"/>
              </a:rPr>
              <a:t>Law</a:t>
            </a:r>
            <a:r>
              <a:rPr kern="1200" spc="-11" dirty="0">
                <a:ea typeface="+mn-ea"/>
              </a:rPr>
              <a:t> </a:t>
            </a:r>
            <a:r>
              <a:rPr kern="1200" dirty="0">
                <a:ea typeface="+mn-ea"/>
              </a:rPr>
              <a:t>|</a:t>
            </a:r>
            <a:r>
              <a:rPr kern="1200" spc="-11" dirty="0">
                <a:ea typeface="+mn-ea"/>
              </a:rPr>
              <a:t> </a:t>
            </a:r>
            <a:r>
              <a:rPr kern="1200" dirty="0">
                <a:ea typeface="+mn-ea"/>
              </a:rPr>
              <a:t>Peter</a:t>
            </a:r>
            <a:r>
              <a:rPr kern="1200" spc="-8" dirty="0">
                <a:ea typeface="+mn-ea"/>
              </a:rPr>
              <a:t> </a:t>
            </a:r>
            <a:r>
              <a:rPr kern="1200" dirty="0">
                <a:ea typeface="+mn-ea"/>
              </a:rPr>
              <a:t>Faber</a:t>
            </a:r>
            <a:r>
              <a:rPr kern="1200" spc="-11" dirty="0">
                <a:ea typeface="+mn-ea"/>
              </a:rPr>
              <a:t> </a:t>
            </a:r>
            <a:r>
              <a:rPr kern="1200" dirty="0">
                <a:ea typeface="+mn-ea"/>
              </a:rPr>
              <a:t>Business</a:t>
            </a:r>
            <a:r>
              <a:rPr kern="1200" spc="-11" dirty="0">
                <a:ea typeface="+mn-ea"/>
              </a:rPr>
              <a:t> </a:t>
            </a:r>
            <a:r>
              <a:rPr kern="1200" spc="-8" dirty="0">
                <a:ea typeface="+mn-ea"/>
              </a:rPr>
              <a:t>School</a:t>
            </a:r>
          </a:p>
        </p:txBody>
      </p:sp>
      <p:sp>
        <p:nvSpPr>
          <p:cNvPr id="2" name="Rectangle 1">
            <a:extLst>
              <a:ext uri="{FF2B5EF4-FFF2-40B4-BE49-F238E27FC236}">
                <a16:creationId xmlns:a16="http://schemas.microsoft.com/office/drawing/2014/main" id="{6821BC0C-2076-08F3-DE51-682333DB3D61}"/>
              </a:ext>
            </a:extLst>
          </p:cNvPr>
          <p:cNvSpPr>
            <a:spLocks noChangeArrowheads="1"/>
          </p:cNvSpPr>
          <p:nvPr/>
        </p:nvSpPr>
        <p:spPr bwMode="auto">
          <a:xfrm>
            <a:off x="-26276" y="1811955"/>
            <a:ext cx="9144000" cy="323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342900" indent="-342900" algn="l" defTabSz="685800" rtl="0" eaLnBrk="0" fontAlgn="base" hangingPunct="0">
              <a:lnSpc>
                <a:spcPct val="150000"/>
              </a:lnSpc>
              <a:spcBef>
                <a:spcPct val="0"/>
              </a:spcBef>
              <a:spcAft>
                <a:spcPct val="0"/>
              </a:spcAft>
              <a:buFont typeface="Arial" panose="020B0604020202020204" pitchFamily="34" charset="0"/>
              <a:buChar char="•"/>
            </a:pPr>
            <a:r>
              <a:rPr lang="en-US" sz="2800" kern="1200" dirty="0">
                <a:solidFill>
                  <a:prstClr val="black"/>
                </a:solidFill>
                <a:latin typeface="Calibri"/>
                <a:ea typeface="+mn-ea"/>
                <a:cs typeface="+mn-cs"/>
              </a:rPr>
              <a:t>These guidelines are designed to </a:t>
            </a:r>
            <a:r>
              <a:rPr lang="en-US" sz="2800" b="1" kern="1200" dirty="0">
                <a:solidFill>
                  <a:prstClr val="black"/>
                </a:solidFill>
                <a:latin typeface="Calibri"/>
                <a:ea typeface="+mn-ea"/>
                <a:cs typeface="+mn-cs"/>
              </a:rPr>
              <a:t>support your learning</a:t>
            </a:r>
            <a:r>
              <a:rPr lang="en-US" sz="2800" kern="1200" dirty="0">
                <a:solidFill>
                  <a:prstClr val="black"/>
                </a:solidFill>
                <a:latin typeface="Calibri"/>
                <a:ea typeface="+mn-ea"/>
                <a:cs typeface="+mn-cs"/>
              </a:rPr>
              <a:t> and help you apply necessary techniques effectively. Please do the </a:t>
            </a:r>
            <a:r>
              <a:rPr lang="en-US" sz="2800" b="1" kern="1200" dirty="0">
                <a:solidFill>
                  <a:prstClr val="black"/>
                </a:solidFill>
                <a:highlight>
                  <a:srgbClr val="FFFF00"/>
                </a:highlight>
                <a:latin typeface="Calibri"/>
                <a:ea typeface="+mn-ea"/>
                <a:cs typeface="+mn-cs"/>
              </a:rPr>
              <a:t>remaining task</a:t>
            </a:r>
            <a:r>
              <a:rPr lang="en-US" sz="2800" kern="1200" dirty="0">
                <a:solidFill>
                  <a:prstClr val="black"/>
                </a:solidFill>
                <a:latin typeface="Calibri"/>
                <a:ea typeface="+mn-ea"/>
                <a:cs typeface="+mn-cs"/>
              </a:rPr>
              <a:t> and follow the instructions based on </a:t>
            </a:r>
            <a:r>
              <a:rPr lang="en-US" sz="2800" b="1" kern="1200" dirty="0">
                <a:solidFill>
                  <a:prstClr val="black"/>
                </a:solidFill>
                <a:highlight>
                  <a:srgbClr val="FFFF00"/>
                </a:highlight>
                <a:latin typeface="Calibri"/>
                <a:ea typeface="+mn-ea"/>
                <a:cs typeface="+mn-cs"/>
              </a:rPr>
              <a:t>Canvas</a:t>
            </a:r>
            <a:r>
              <a:rPr lang="en-US" sz="2800" kern="1200" dirty="0">
                <a:solidFill>
                  <a:prstClr val="black"/>
                </a:solidFill>
                <a:latin typeface="Calibri"/>
                <a:ea typeface="+mn-ea"/>
                <a:cs typeface="+mn-cs"/>
              </a:rPr>
              <a:t>. If you have any questions, feel free to ask—I’m happy to help!</a:t>
            </a:r>
          </a:p>
        </p:txBody>
      </p:sp>
      <p:sp>
        <p:nvSpPr>
          <p:cNvPr id="4" name="object 2">
            <a:extLst>
              <a:ext uri="{FF2B5EF4-FFF2-40B4-BE49-F238E27FC236}">
                <a16:creationId xmlns:a16="http://schemas.microsoft.com/office/drawing/2014/main" id="{15D8BF61-E6FB-9A63-7350-A3B2944726E2}"/>
              </a:ext>
            </a:extLst>
          </p:cNvPr>
          <p:cNvSpPr txBox="1">
            <a:spLocks/>
          </p:cNvSpPr>
          <p:nvPr/>
        </p:nvSpPr>
        <p:spPr>
          <a:xfrm>
            <a:off x="76200" y="18393"/>
            <a:ext cx="7240979" cy="344325"/>
          </a:xfrm>
          <a:prstGeom prst="rect">
            <a:avLst/>
          </a:prstGeom>
          <a:noFill/>
        </p:spPr>
        <p:txBody>
          <a:bodyPr vert="horz" wrap="square" lIns="0" tIns="9525" rIns="0" bIns="0" rtlCol="0">
            <a:spAutoFit/>
          </a:bodyPr>
          <a:lstStyle>
            <a:lvl1pPr>
              <a:defRPr sz="2900" b="1" i="0">
                <a:solidFill>
                  <a:srgbClr val="3D3935"/>
                </a:solidFill>
                <a:latin typeface="Arial"/>
                <a:ea typeface="+mj-ea"/>
                <a:cs typeface="Arial"/>
              </a:defRPr>
            </a:lvl1pPr>
          </a:lstStyle>
          <a:p>
            <a:pPr marL="9525" algn="l" defTabSz="685800" rtl="0">
              <a:spcBef>
                <a:spcPts val="75"/>
              </a:spcBef>
            </a:pPr>
            <a:r>
              <a:rPr lang="en-US" sz="2175" spc="-8" dirty="0"/>
              <a:t>Submission of Labs &amp; Assessments</a:t>
            </a:r>
          </a:p>
        </p:txBody>
      </p:sp>
    </p:spTree>
    <p:extLst>
      <p:ext uri="{BB962C8B-B14F-4D97-AF65-F5344CB8AC3E}">
        <p14:creationId xmlns:p14="http://schemas.microsoft.com/office/powerpoint/2010/main" val="8970875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7A2A447-3671-58C5-D11B-071CC52EF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9BD91-91C0-4B99-71B4-C4344F49DCE2}"/>
              </a:ext>
            </a:extLst>
          </p:cNvPr>
          <p:cNvSpPr txBox="1">
            <a:spLocks/>
          </p:cNvSpPr>
          <p:nvPr/>
        </p:nvSpPr>
        <p:spPr>
          <a:xfrm>
            <a:off x="23648" y="10510"/>
            <a:ext cx="5915025" cy="456201"/>
          </a:xfrm>
          <a:prstGeom prst="rect">
            <a:avLst/>
          </a:prstGeom>
        </p:spPr>
        <p:txBody>
          <a:bodyPr vert="horz" lIns="68580" tIns="34290" rIns="68580" bIns="34290" rtlCol="0" anchor="ctr">
            <a:normAutofit/>
          </a:bodyPr>
          <a:lst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a:lstStyle>
          <a:p>
            <a:pPr defTabSz="685800"/>
            <a:r>
              <a:rPr lang="en-US" sz="2180" dirty="0"/>
              <a:t>Preparation and Guideline for Lab 4</a:t>
            </a:r>
          </a:p>
        </p:txBody>
      </p:sp>
      <p:sp>
        <p:nvSpPr>
          <p:cNvPr id="8" name="TextBox 7">
            <a:extLst>
              <a:ext uri="{FF2B5EF4-FFF2-40B4-BE49-F238E27FC236}">
                <a16:creationId xmlns:a16="http://schemas.microsoft.com/office/drawing/2014/main" id="{5F6B94CB-47B2-0296-87F3-3FC372E3F031}"/>
              </a:ext>
            </a:extLst>
          </p:cNvPr>
          <p:cNvSpPr txBox="1"/>
          <p:nvPr/>
        </p:nvSpPr>
        <p:spPr>
          <a:xfrm>
            <a:off x="126124" y="2123578"/>
            <a:ext cx="8891751" cy="2610843"/>
          </a:xfrm>
          <a:prstGeom prst="rect">
            <a:avLst/>
          </a:prstGeom>
          <a:noFill/>
        </p:spPr>
        <p:txBody>
          <a:bodyPr wrap="square">
            <a:spAutoFit/>
          </a:bodyPr>
          <a:lstStyle/>
          <a:p>
            <a:pPr algn="l" defTabSz="685800" rtl="0">
              <a:lnSpc>
                <a:spcPct val="150000"/>
              </a:lnSpc>
            </a:pPr>
            <a:r>
              <a:rPr lang="en-US" sz="2800" kern="1200" dirty="0">
                <a:solidFill>
                  <a:prstClr val="black"/>
                </a:solidFill>
                <a:latin typeface="Calibri" panose="020F0502020204030204" pitchFamily="34" charset="0"/>
                <a:ea typeface="+mn-ea"/>
                <a:cs typeface="Calibri" panose="020F0502020204030204" pitchFamily="34" charset="0"/>
              </a:rPr>
              <a:t>You are encouraged to discuss concepts and work alongside classmates, but your final work, screenshots, explanations, and submission must reflect your own understanding and work.</a:t>
            </a:r>
          </a:p>
        </p:txBody>
      </p:sp>
    </p:spTree>
    <p:extLst>
      <p:ext uri="{BB962C8B-B14F-4D97-AF65-F5344CB8AC3E}">
        <p14:creationId xmlns:p14="http://schemas.microsoft.com/office/powerpoint/2010/main" val="7322615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0714EB1-E678-2B4C-5763-2680E39AA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0A19C-7384-E2DE-7D72-B33B43420D16}"/>
              </a:ext>
            </a:extLst>
          </p:cNvPr>
          <p:cNvSpPr txBox="1">
            <a:spLocks/>
          </p:cNvSpPr>
          <p:nvPr/>
        </p:nvSpPr>
        <p:spPr>
          <a:xfrm>
            <a:off x="0" y="21021"/>
            <a:ext cx="5915025" cy="456201"/>
          </a:xfrm>
          <a:prstGeom prst="rect">
            <a:avLst/>
          </a:prstGeom>
        </p:spPr>
        <p:txBody>
          <a:bodyPr vert="horz" lIns="68580" tIns="34290" rIns="68580" bIns="34290" rtlCol="0" anchor="ctr">
            <a:noAutofit/>
          </a:bodyPr>
          <a:lst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a:lstStyle>
          <a:p>
            <a:pPr defTabSz="685800"/>
            <a:r>
              <a:rPr lang="en-US" sz="2180" dirty="0"/>
              <a:t>Preparation and Guideline for Lab 4</a:t>
            </a:r>
          </a:p>
        </p:txBody>
      </p:sp>
      <p:sp>
        <p:nvSpPr>
          <p:cNvPr id="8" name="TextBox 7">
            <a:extLst>
              <a:ext uri="{FF2B5EF4-FFF2-40B4-BE49-F238E27FC236}">
                <a16:creationId xmlns:a16="http://schemas.microsoft.com/office/drawing/2014/main" id="{2D22CAD8-7220-127F-575A-CFD7DE949CDC}"/>
              </a:ext>
            </a:extLst>
          </p:cNvPr>
          <p:cNvSpPr txBox="1"/>
          <p:nvPr/>
        </p:nvSpPr>
        <p:spPr>
          <a:xfrm>
            <a:off x="291662" y="1477248"/>
            <a:ext cx="8560676" cy="3903504"/>
          </a:xfrm>
          <a:prstGeom prst="rect">
            <a:avLst/>
          </a:prstGeom>
          <a:noFill/>
        </p:spPr>
        <p:txBody>
          <a:bodyPr wrap="square">
            <a:spAutoFit/>
          </a:bodyPr>
          <a:lstStyle/>
          <a:p>
            <a:pPr algn="l" defTabSz="685800" rtl="0">
              <a:lnSpc>
                <a:spcPct val="150000"/>
              </a:lnSpc>
            </a:pPr>
            <a:r>
              <a:rPr lang="en-US" sz="2800" kern="1200" dirty="0">
                <a:solidFill>
                  <a:prstClr val="black"/>
                </a:solidFill>
                <a:latin typeface="Calibri" panose="020F0502020204030204" pitchFamily="34" charset="0"/>
                <a:ea typeface="+mn-ea"/>
                <a:cs typeface="Calibri" panose="020F0502020204030204" pitchFamily="34" charset="0"/>
              </a:rPr>
              <a:t>Do not share completed submissions or copy another student’s work. Each student must submit individually through Canvas, and submissions may be reviewed using Turnitin and other academic integrity processes.</a:t>
            </a:r>
          </a:p>
          <a:p>
            <a:pPr algn="l" defTabSz="685800" rtl="0">
              <a:lnSpc>
                <a:spcPct val="150000"/>
              </a:lnSpc>
            </a:pPr>
            <a:r>
              <a:rPr lang="en-US" sz="2800" kern="1200" dirty="0">
                <a:solidFill>
                  <a:prstClr val="black"/>
                </a:solidFill>
                <a:latin typeface="Calibri" panose="020F0502020204030204" pitchFamily="34" charset="0"/>
                <a:ea typeface="+mn-ea"/>
                <a:cs typeface="Calibri" panose="020F0502020204030204" pitchFamily="34" charset="0"/>
              </a:rPr>
              <a:t>Make sure you can run your program, explain your work, and demonstrate your understanding.</a:t>
            </a:r>
          </a:p>
        </p:txBody>
      </p:sp>
    </p:spTree>
    <p:extLst>
      <p:ext uri="{BB962C8B-B14F-4D97-AF65-F5344CB8AC3E}">
        <p14:creationId xmlns:p14="http://schemas.microsoft.com/office/powerpoint/2010/main" val="13674714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12545" y="0"/>
            <a:ext cx="8001000" cy="433138"/>
          </a:xfrm>
        </p:spPr>
        <p:txBody>
          <a:bodyPr>
            <a:noAutofit/>
          </a:bodyPr>
          <a:lstStyle/>
          <a:p>
            <a:r>
              <a:rPr lang="en-US" sz="2180" dirty="0">
                <a:solidFill>
                  <a:schemeClr val="tx1"/>
                </a:solidFill>
                <a:latin typeface="Calibri" panose="020F0502020204030204" pitchFamily="34" charset="0"/>
                <a:cs typeface="Calibri" panose="020F0502020204030204" pitchFamily="34" charset="0"/>
              </a:rPr>
              <a:t>Let’s Answer Your Questions</a:t>
            </a:r>
            <a:endParaRPr lang="en-AU" sz="2180" dirty="0">
              <a:solidFill>
                <a:schemeClr val="tx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3345" y="1219200"/>
            <a:ext cx="3962400" cy="24764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2545" y="3276600"/>
            <a:ext cx="9144000" cy="3257174"/>
          </a:xfrm>
          <a:prstGeom prst="rect">
            <a:avLst/>
          </a:prstGeom>
          <a:noFill/>
        </p:spPr>
        <p:txBody>
          <a:bodyPr wrap="square" rtlCol="0">
            <a:spAutoFit/>
          </a:bodyPr>
          <a:lstStyle/>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Live during class</a:t>
            </a:r>
            <a:r>
              <a:rPr lang="en-US" altLang="en-US" sz="2800" kern="1200" dirty="0">
                <a:solidFill>
                  <a:prstClr val="black"/>
                </a:solidFill>
                <a:latin typeface="Calibri" panose="020F0502020204030204" pitchFamily="34" charset="0"/>
                <a:ea typeface="+mn-ea"/>
                <a:cs typeface="Calibri" panose="020F0502020204030204" pitchFamily="34" charset="0"/>
              </a:rPr>
              <a:t> – Ask directly during sessions.</a:t>
            </a:r>
          </a:p>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Canvas Inbox</a:t>
            </a:r>
            <a:r>
              <a:rPr lang="en-US" altLang="en-US" sz="2800" kern="1200" dirty="0">
                <a:solidFill>
                  <a:prstClr val="black"/>
                </a:solidFill>
                <a:latin typeface="Calibri" panose="020F0502020204030204" pitchFamily="34" charset="0"/>
                <a:ea typeface="+mn-ea"/>
                <a:cs typeface="Calibri" panose="020F0502020204030204" pitchFamily="34" charset="0"/>
              </a:rPr>
              <a:t> – For structured academic queries.</a:t>
            </a:r>
          </a:p>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Email</a:t>
            </a:r>
            <a:r>
              <a:rPr lang="en-US" altLang="en-US" sz="2800" kern="1200" dirty="0">
                <a:solidFill>
                  <a:prstClr val="black"/>
                </a:solidFill>
                <a:latin typeface="Calibri" panose="020F0502020204030204" pitchFamily="34" charset="0"/>
                <a:ea typeface="+mn-ea"/>
                <a:cs typeface="Calibri" panose="020F0502020204030204" pitchFamily="34" charset="0"/>
              </a:rPr>
              <a:t> – For formal communications or attachments.</a:t>
            </a:r>
          </a:p>
          <a:p>
            <a:pPr marL="289322" indent="-289322" algn="l" defTabSz="51435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Canvas Discussion Forum </a:t>
            </a:r>
            <a:r>
              <a:rPr lang="en-US" altLang="en-US" sz="2800" kern="1200" dirty="0">
                <a:solidFill>
                  <a:prstClr val="black"/>
                </a:solidFill>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40766161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457200" y="2017788"/>
            <a:ext cx="3229982" cy="322998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3810000" y="1219200"/>
            <a:ext cx="5334000" cy="5105400"/>
          </a:xfrm>
          <a:prstGeom prst="rect">
            <a:avLst/>
          </a:prstGeom>
        </p:spPr>
        <p:txBody>
          <a:bodyPr vert="horz" lIns="51435" tIns="25718" rIns="51435" bIns="25718" rtlCol="0" anchor="t">
            <a:noAutofit/>
          </a:bodyPr>
          <a:lstStyle/>
          <a:p>
            <a:pPr algn="l" defTabSz="514350" rtl="0">
              <a:lnSpc>
                <a:spcPct val="150000"/>
              </a:lnSpc>
              <a:spcAft>
                <a:spcPts val="338"/>
              </a:spcAft>
              <a:defRPr/>
            </a:pPr>
            <a:r>
              <a:rPr lang="en-US" sz="2800" kern="1200" spc="-15" dirty="0">
                <a:solidFill>
                  <a:prstClr val="black"/>
                </a:solidFill>
                <a:latin typeface="Calibri" panose="020F0502020204030204" pitchFamily="34" charset="0"/>
                <a:ea typeface="+mn-ea"/>
                <a:cs typeface="Calibri" panose="020F0502020204030204" pitchFamily="34" charset="0"/>
              </a:rPr>
              <a:t>Happy Learning and Bright Futures Ahead!</a:t>
            </a:r>
          </a:p>
          <a:p>
            <a:pPr algn="l" defTabSz="514350" rtl="0">
              <a:lnSpc>
                <a:spcPct val="150000"/>
              </a:lnSpc>
              <a:spcAft>
                <a:spcPts val="338"/>
              </a:spcAft>
              <a:defRPr/>
            </a:pPr>
            <a:r>
              <a:rPr lang="en-US" sz="2800" b="1" kern="1200" dirty="0">
                <a:solidFill>
                  <a:prstClr val="black">
                    <a:alpha val="80000"/>
                  </a:prstClr>
                </a:solidFill>
                <a:latin typeface="Calibri" panose="020F0502020204030204" pitchFamily="34" charset="0"/>
                <a:ea typeface="+mn-ea"/>
                <a:cs typeface="Calibri" panose="020F0502020204030204" pitchFamily="34" charset="0"/>
              </a:rPr>
              <a:t>Stay Connected:</a:t>
            </a:r>
            <a:br>
              <a:rPr lang="en-US" sz="2800" kern="1200" dirty="0">
                <a:solidFill>
                  <a:prstClr val="black">
                    <a:alpha val="80000"/>
                  </a:prstClr>
                </a:solidFill>
                <a:latin typeface="Calibri" panose="020F0502020204030204" pitchFamily="34" charset="0"/>
                <a:ea typeface="+mn-ea"/>
                <a:cs typeface="Calibri" panose="020F0502020204030204" pitchFamily="34" charset="0"/>
              </a:rPr>
            </a:br>
            <a:r>
              <a:rPr lang="en-US" sz="2800" kern="1200" dirty="0">
                <a:solidFill>
                  <a:prstClr val="black">
                    <a:alpha val="80000"/>
                  </a:prstClr>
                </a:solidFill>
                <a:latin typeface="Calibri" panose="020F0502020204030204" pitchFamily="34" charset="0"/>
                <a:ea typeface="+mn-ea"/>
                <a:cs typeface="Calibri" panose="020F0502020204030204" pitchFamily="34" charset="0"/>
                <a:hlinkClick r:id="rId3"/>
              </a:rPr>
              <a:t>linkedin.com/in/farshid-keivanian</a:t>
            </a:r>
            <a:r>
              <a:rPr lang="en-US" sz="2800" kern="1200" dirty="0">
                <a:solidFill>
                  <a:prstClr val="black">
                    <a:alpha val="80000"/>
                  </a:prstClr>
                </a:solidFill>
                <a:latin typeface="Calibri" panose="020F0502020204030204" pitchFamily="34" charset="0"/>
                <a:ea typeface="+mn-ea"/>
                <a:cs typeface="Calibri" panose="020F0502020204030204" pitchFamily="34" charset="0"/>
              </a:rPr>
              <a:t> </a:t>
            </a:r>
            <a:br>
              <a:rPr lang="en-US" sz="2800" kern="1200" dirty="0">
                <a:solidFill>
                  <a:prstClr val="black">
                    <a:alpha val="80000"/>
                  </a:prstClr>
                </a:solidFill>
                <a:latin typeface="Calibri" panose="020F0502020204030204" pitchFamily="34" charset="0"/>
                <a:ea typeface="+mn-ea"/>
                <a:cs typeface="Calibri" panose="020F0502020204030204" pitchFamily="34" charset="0"/>
              </a:rPr>
            </a:br>
            <a:r>
              <a:rPr lang="en-US" sz="2800" kern="1200" dirty="0">
                <a:solidFill>
                  <a:prstClr val="black">
                    <a:alpha val="80000"/>
                  </a:prstClr>
                </a:solidFill>
                <a:latin typeface="Calibri" panose="020F0502020204030204" pitchFamily="34" charset="0"/>
                <a:ea typeface="+mn-ea"/>
                <a:cs typeface="Calibri" panose="020F0502020204030204" pitchFamily="34" charset="0"/>
                <a:hlinkClick r:id="rId4"/>
              </a:rPr>
              <a:t>github.com/FarshidKeivanian</a:t>
            </a:r>
            <a:r>
              <a:rPr lang="en-US" sz="2800" kern="1200" dirty="0">
                <a:solidFill>
                  <a:prstClr val="black">
                    <a:alpha val="80000"/>
                  </a:prstClr>
                </a:solidFill>
                <a:latin typeface="Calibri" panose="020F0502020204030204" pitchFamily="34" charset="0"/>
                <a:ea typeface="+mn-ea"/>
                <a:cs typeface="Calibri" panose="020F0502020204030204" pitchFamily="34" charset="0"/>
              </a:rPr>
              <a:t> </a:t>
            </a:r>
          </a:p>
          <a:p>
            <a:pPr indent="-128588" algn="l" defTabSz="514350" rtl="0">
              <a:lnSpc>
                <a:spcPct val="150000"/>
              </a:lnSpc>
              <a:spcAft>
                <a:spcPts val="338"/>
              </a:spcAft>
              <a:buFont typeface="Arial" panose="020B0604020202020204" pitchFamily="34" charset="0"/>
              <a:buChar char="•"/>
              <a:defRPr/>
            </a:pPr>
            <a:r>
              <a:rPr lang="en-US" sz="2800" i="1" kern="1200" dirty="0">
                <a:solidFill>
                  <a:prstClr val="black">
                    <a:alpha val="80000"/>
                  </a:prstClr>
                </a:solidFill>
                <a:latin typeface="Calibri" panose="020F0502020204030204" pitchFamily="34" charset="0"/>
                <a:ea typeface="+mn-ea"/>
                <a:cs typeface="Calibri" panose="020F0502020204030204" pitchFamily="34" charset="0"/>
              </a:rPr>
              <a:t>Education is the most powerful weapon you can use to change the world. </a:t>
            </a:r>
            <a:r>
              <a:rPr lang="en-US" sz="2800" kern="1200" dirty="0">
                <a:solidFill>
                  <a:prstClr val="black">
                    <a:alpha val="80000"/>
                  </a:prstClr>
                </a:solidFill>
                <a:latin typeface="Calibri" panose="020F0502020204030204" pitchFamily="34" charset="0"/>
                <a:ea typeface="+mn-ea"/>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0" y="-152400"/>
            <a:ext cx="6333650" cy="532069"/>
          </a:xfrm>
          <a:prstGeom prst="rect">
            <a:avLst/>
          </a:prstGeom>
        </p:spPr>
        <p:txBody>
          <a:bodyPr vert="horz" wrap="square" lIns="0" tIns="194691" rIns="0" bIns="0" rtlCol="0">
            <a:spAutoFit/>
          </a:bodyPr>
          <a:lstStyle/>
          <a:p>
            <a:pPr marL="92869">
              <a:spcBef>
                <a:spcPts val="75"/>
              </a:spcBef>
            </a:pPr>
            <a:r>
              <a:rPr lang="en-US" sz="2180" spc="-15" dirty="0">
                <a:latin typeface="Calibri" panose="020F0502020204030204" pitchFamily="34" charset="0"/>
                <a:cs typeface="Calibri" panose="020F0502020204030204" pitchFamily="34" charset="0"/>
              </a:rPr>
              <a:t>Thank You</a:t>
            </a:r>
            <a:endParaRPr sz="2180" spc="-15"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91832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U Presentation">
  <a:themeElements>
    <a:clrScheme name="ACUColourScheme">
      <a:dk1>
        <a:srgbClr val="3C1053"/>
      </a:dk1>
      <a:lt1>
        <a:srgbClr val="FFFFFF"/>
      </a:lt1>
      <a:dk2>
        <a:srgbClr val="3C1053"/>
      </a:dk2>
      <a:lt2>
        <a:srgbClr val="E8E3DB"/>
      </a:lt2>
      <a:accent1>
        <a:srgbClr val="F2120C"/>
      </a:accent1>
      <a:accent2>
        <a:srgbClr val="3D3935"/>
      </a:accent2>
      <a:accent3>
        <a:srgbClr val="8C857B"/>
      </a:accent3>
      <a:accent4>
        <a:srgbClr val="3C1053"/>
      </a:accent4>
      <a:accent5>
        <a:srgbClr val="E8E3DB"/>
      </a:accent5>
      <a:accent6>
        <a:srgbClr val="70AD47"/>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rgbClr val="3D3935"/>
            </a:solidFill>
          </a:defRPr>
        </a:defPPr>
      </a:lstStyle>
    </a:txDef>
  </a:objectDefaults>
  <a:extraClrSchemeLst/>
  <a:extLst>
    <a:ext uri="{05A4C25C-085E-4340-85A3-A5531E510DB2}">
      <thm15:themeFamily xmlns:thm15="http://schemas.microsoft.com/office/thememl/2012/main" name="PPT_Template_4_3_V2.potx" id="{F3B38964-EE74-4E1D-A3FE-21D8EB788CBF}" vid="{2C9D612A-0DB5-43BD-9B9F-0A9FAAF24DC0}"/>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1134</TotalTime>
  <Words>2659</Words>
  <Application>Microsoft Office PowerPoint</Application>
  <PresentationFormat>On-screen Show (4:3)</PresentationFormat>
  <Paragraphs>544</Paragraphs>
  <Slides>63</Slides>
  <Notes>2</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63</vt:i4>
      </vt:variant>
    </vt:vector>
  </HeadingPairs>
  <TitlesOfParts>
    <vt:vector size="70" baseType="lpstr">
      <vt:lpstr>Aptos</vt:lpstr>
      <vt:lpstr>Arial</vt:lpstr>
      <vt:lpstr>Calibri</vt:lpstr>
      <vt:lpstr>ACU Presentation</vt:lpstr>
      <vt:lpstr>2_Office Theme</vt:lpstr>
      <vt:lpstr>3_Office Theme</vt:lpstr>
      <vt:lpstr>think-cell Slide</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Preparation and Guideline for Lab 4</vt:lpstr>
      <vt:lpstr>PowerPoint Presentation</vt:lpstr>
      <vt:lpstr>PowerPoint Presentation</vt:lpstr>
      <vt:lpstr>PowerPoint Presentation</vt:lpstr>
      <vt:lpstr>Let’s Answer Your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 Presentation</dc:title>
  <dc:creator>Husnen Rupani;Simone.Byrnes@acu.edu.au</dc:creator>
  <cp:lastModifiedBy>Farshid Keivanian</cp:lastModifiedBy>
  <cp:revision>713</cp:revision>
  <dcterms:created xsi:type="dcterms:W3CDTF">2026-08-11T10:40:42Z</dcterms:created>
  <dcterms:modified xsi:type="dcterms:W3CDTF">2026-09-23T07:41:55Z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2023-08-12T00:00:00Z</vt:filetime>
  </property>
  <property fmtid="{D5CDD505-2E9C-101B-9397-08002B2CF9AE}" pid="3" name="Creator">
    <vt:lpwstr>Microsoft® PowerPoint® for Microsoft 365</vt:lpwstr>
  </property>
  <property fmtid="{D5CDD505-2E9C-101B-9397-08002B2CF9AE}" pid="4" name="LastSaved">
    <vt:filetime>2026-08-11T00:00:00Z</vt:filetime>
  </property>
  <property fmtid="{D5CDD505-2E9C-101B-9397-08002B2CF9AE}" pid="5" name="Producer">
    <vt:lpwstr>Microsoft® PowerPoint® for Microsoft 365</vt:lpwstr>
  </property>
</Properties>
</file>